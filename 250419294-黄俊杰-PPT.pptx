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袁 虎" initials="袁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7" Type="http://schemas.openxmlformats.org/officeDocument/2006/relationships/tags" Target="../tags/tag151.xml"/><Relationship Id="rId16" Type="http://schemas.openxmlformats.org/officeDocument/2006/relationships/tags" Target="../tags/tag150.xml"/><Relationship Id="rId15" Type="http://schemas.openxmlformats.org/officeDocument/2006/relationships/tags" Target="../tags/tag149.xml"/><Relationship Id="rId14" Type="http://schemas.openxmlformats.org/officeDocument/2006/relationships/tags" Target="../tags/tag148.xml"/><Relationship Id="rId13" Type="http://schemas.openxmlformats.org/officeDocument/2006/relationships/tags" Target="../tags/tag147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3" Type="http://schemas.openxmlformats.org/officeDocument/2006/relationships/tags" Target="../tags/tag163.xml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tags" Target="../tags/tag160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2082800"/>
          </a:xfrm>
          <a:custGeom>
            <a:avLst/>
            <a:gdLst>
              <a:gd name="connisteX0" fmla="*/ 0 w 3454400"/>
              <a:gd name="connsiteY0" fmla="*/ 203200 h 2082800"/>
              <a:gd name="connisteX1" fmla="*/ 203200 w 3454400"/>
              <a:gd name="connsiteY1" fmla="*/ 0 h 2082800"/>
              <a:gd name="connisteX2" fmla="*/ 3251200 w 3454400"/>
              <a:gd name="connsiteY2" fmla="*/ 0 h 2082800"/>
              <a:gd name="connisteX3" fmla="*/ 3454400 w 3454400"/>
              <a:gd name="connsiteY3" fmla="*/ 203200 h 2082800"/>
              <a:gd name="connisteX4" fmla="*/ 3454400 w 3454400"/>
              <a:gd name="connsiteY4" fmla="*/ 2082800 h 2082800"/>
              <a:gd name="connisteX5" fmla="*/ 0 w 3454400"/>
              <a:gd name="connsiteY5" fmla="*/ 2082800 h 2082800"/>
              <a:gd name="connisteX6" fmla="*/ 0 w 3454400"/>
              <a:gd name="connsiteY6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82800"/>
                </a:lnTo>
                <a:lnTo>
                  <a:pt x="0" y="20828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3606800"/>
            <a:ext cx="3454400" cy="2641600"/>
          </a:xfrm>
          <a:custGeom>
            <a:avLst/>
            <a:gdLst>
              <a:gd name="connisteX0" fmla="*/ 0 w 3454400"/>
              <a:gd name="connsiteY0" fmla="*/ 0 h 2641600"/>
              <a:gd name="connisteX1" fmla="*/ 3454400 w 3454400"/>
              <a:gd name="connsiteY1" fmla="*/ 0 h 2641600"/>
              <a:gd name="connisteX2" fmla="*/ 3454400 w 3454400"/>
              <a:gd name="connsiteY2" fmla="*/ 2438400 h 2641600"/>
              <a:gd name="connisteX3" fmla="*/ 3251200 w 3454400"/>
              <a:gd name="connsiteY3" fmla="*/ 2641600 h 2641600"/>
              <a:gd name="connisteX4" fmla="*/ 203200 w 3454400"/>
              <a:gd name="connsiteY4" fmla="*/ 2641600 h 2641600"/>
              <a:gd name="connisteX5" fmla="*/ 0 w 3454400"/>
              <a:gd name="connsiteY5" fmla="*/ 2438400 h 2641600"/>
              <a:gd name="connisteX6" fmla="*/ 0 w 3454400"/>
              <a:gd name="connsiteY6" fmla="*/ 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0"/>
                </a:moveTo>
                <a:lnTo>
                  <a:pt x="3454400" y="0"/>
                </a:ln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23876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28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79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3708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42164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513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5638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3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8" hasCustomPrompt="1"/>
            <p:custDataLst>
              <p:tags r:id="rId6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3835400 w 4038600"/>
              <a:gd name="connsiteY2" fmla="*/ 0 h 4724400"/>
              <a:gd name="connisteX3" fmla="*/ 4038600 w 4038600"/>
              <a:gd name="connsiteY3" fmla="*/ 203200 h 4724400"/>
              <a:gd name="connisteX4" fmla="*/ 4038600 w 4038600"/>
              <a:gd name="connsiteY4" fmla="*/ 4521200 h 4724400"/>
              <a:gd name="connisteX5" fmla="*/ 3835400 w 4038600"/>
              <a:gd name="connsiteY5" fmla="*/ 4724400 h 4724400"/>
              <a:gd name="connisteX6" fmla="*/ 203200 w 4038600"/>
              <a:gd name="connsiteY6" fmla="*/ 4724400 h 4724400"/>
              <a:gd name="connisteX7" fmla="*/ 0 w 4038600"/>
              <a:gd name="connsiteY7" fmla="*/ 4521200 h 4724400"/>
              <a:gd name="connisteX8" fmla="*/ 0 w 4038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5105400" y="157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5105400" y="213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7416800" y="157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7416800" y="213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9728200" y="157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9728200" y="213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5105400" y="411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5105400" y="467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416800" y="411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6"/>
            </p:custDataLst>
          </p:nvPr>
        </p:nvSpPr>
        <p:spPr>
          <a:xfrm>
            <a:off x="7416800" y="467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6" hasCustomPrompt="1"/>
            <p:custDataLst>
              <p:tags r:id="rId17"/>
            </p:custDataLst>
          </p:nvPr>
        </p:nvSpPr>
        <p:spPr>
          <a:xfrm>
            <a:off x="9728200" y="411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7" hasCustomPrompt="1"/>
            <p:custDataLst>
              <p:tags r:id="rId18"/>
            </p:custDataLst>
          </p:nvPr>
        </p:nvSpPr>
        <p:spPr>
          <a:xfrm>
            <a:off x="9728200" y="467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9144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6736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4328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00"/>
            <a:ext cx="10800000" cy="72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132387" y="1077962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1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宋体" pitchFamily="2" charset="-122"/>
                <a:sym typeface="宋体" pitchFamily="2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请在此输入您的副标题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190" cy="6857365"/>
          </a:xfrm>
          <a:prstGeom prst="rect">
            <a:avLst/>
          </a:prstGeom>
          <a:solidFill>
            <a:schemeClr val="accent1">
              <a:alpha val="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0" y="818941"/>
            <a:ext cx="1018994" cy="2190671"/>
          </a:xfrm>
          <a:custGeom>
            <a:avLst/>
            <a:gdLst>
              <a:gd name="connsiteX0" fmla="*/ 161746 w 1018994"/>
              <a:gd name="connsiteY0" fmla="*/ 0 h 2190671"/>
              <a:gd name="connsiteX1" fmla="*/ 492724 w 1018994"/>
              <a:gd name="connsiteY1" fmla="*/ 49806 h 2190671"/>
              <a:gd name="connsiteX2" fmla="*/ 914950 w 1018994"/>
              <a:gd name="connsiteY2" fmla="*/ 1254071 h 2190671"/>
              <a:gd name="connsiteX3" fmla="*/ 512634 w 1018994"/>
              <a:gd name="connsiteY3" fmla="*/ 1804307 h 2190671"/>
              <a:gd name="connsiteX4" fmla="*/ 488 w 1018994"/>
              <a:gd name="connsiteY4" fmla="*/ 2190526 h 2190671"/>
              <a:gd name="connsiteX5" fmla="*/ 0 w 1018994"/>
              <a:gd name="connsiteY5" fmla="*/ 2190671 h 2190671"/>
              <a:gd name="connsiteX6" fmla="*/ 0 w 1018994"/>
              <a:gd name="connsiteY6" fmla="*/ 13151 h 2190671"/>
              <a:gd name="connsiteX7" fmla="*/ 19280 w 1018994"/>
              <a:gd name="connsiteY7" fmla="*/ 9351 h 2190671"/>
              <a:gd name="connsiteX8" fmla="*/ 161746 w 1018994"/>
              <a:gd name="connsiteY8" fmla="*/ 0 h 2190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8994" h="2190671">
                <a:moveTo>
                  <a:pt x="161746" y="0"/>
                </a:moveTo>
                <a:cubicBezTo>
                  <a:pt x="269097" y="0"/>
                  <a:pt x="379631" y="15853"/>
                  <a:pt x="492724" y="49806"/>
                </a:cubicBezTo>
                <a:cubicBezTo>
                  <a:pt x="980671" y="195978"/>
                  <a:pt x="1148563" y="815430"/>
                  <a:pt x="914950" y="1254071"/>
                </a:cubicBezTo>
                <a:cubicBezTo>
                  <a:pt x="805103" y="1460847"/>
                  <a:pt x="685706" y="1641658"/>
                  <a:pt x="512634" y="1804307"/>
                </a:cubicBezTo>
                <a:cubicBezTo>
                  <a:pt x="377142" y="1929969"/>
                  <a:pt x="188657" y="2117273"/>
                  <a:pt x="488" y="2190526"/>
                </a:cubicBezTo>
                <a:lnTo>
                  <a:pt x="0" y="2190671"/>
                </a:lnTo>
                <a:lnTo>
                  <a:pt x="0" y="13151"/>
                </a:lnTo>
                <a:lnTo>
                  <a:pt x="19280" y="9351"/>
                </a:lnTo>
                <a:cubicBezTo>
                  <a:pt x="66067" y="3186"/>
                  <a:pt x="113578" y="0"/>
                  <a:pt x="16174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24" name="任意多边形: 形状 23"/>
          <p:cNvSpPr/>
          <p:nvPr>
            <p:custDataLst>
              <p:tags r:id="rId4"/>
            </p:custDataLst>
          </p:nvPr>
        </p:nvSpPr>
        <p:spPr>
          <a:xfrm>
            <a:off x="4381912" y="4586336"/>
            <a:ext cx="3808908" cy="2271664"/>
          </a:xfrm>
          <a:custGeom>
            <a:avLst/>
            <a:gdLst>
              <a:gd name="connsiteX0" fmla="*/ 2255217 w 3808908"/>
              <a:gd name="connsiteY0" fmla="*/ 0 h 2271664"/>
              <a:gd name="connsiteX1" fmla="*/ 2256964 w 3808908"/>
              <a:gd name="connsiteY1" fmla="*/ 0 h 2271664"/>
              <a:gd name="connsiteX2" fmla="*/ 3742464 w 3808908"/>
              <a:gd name="connsiteY2" fmla="*/ 1236345 h 2271664"/>
              <a:gd name="connsiteX3" fmla="*/ 3806637 w 3808908"/>
              <a:gd name="connsiteY3" fmla="*/ 2029238 h 2271664"/>
              <a:gd name="connsiteX4" fmla="*/ 3789225 w 3808908"/>
              <a:gd name="connsiteY4" fmla="*/ 2271664 h 2271664"/>
              <a:gd name="connsiteX5" fmla="*/ 0 w 3808908"/>
              <a:gd name="connsiteY5" fmla="*/ 2271664 h 2271664"/>
              <a:gd name="connsiteX6" fmla="*/ 63354 w 3808908"/>
              <a:gd name="connsiteY6" fmla="*/ 2164869 h 2271664"/>
              <a:gd name="connsiteX7" fmla="*/ 580293 w 3808908"/>
              <a:gd name="connsiteY7" fmla="*/ 1447427 h 2271664"/>
              <a:gd name="connsiteX8" fmla="*/ 2255217 w 3808908"/>
              <a:gd name="connsiteY8" fmla="*/ 0 h 227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908" h="2271664">
                <a:moveTo>
                  <a:pt x="2255217" y="0"/>
                </a:moveTo>
                <a:cubicBezTo>
                  <a:pt x="2255841" y="0"/>
                  <a:pt x="2256403" y="0"/>
                  <a:pt x="2256964" y="0"/>
                </a:cubicBezTo>
                <a:cubicBezTo>
                  <a:pt x="2992443" y="0"/>
                  <a:pt x="3599788" y="542996"/>
                  <a:pt x="3742464" y="1236345"/>
                </a:cubicBezTo>
                <a:cubicBezTo>
                  <a:pt x="3796155" y="1496866"/>
                  <a:pt x="3816117" y="1762801"/>
                  <a:pt x="3806637" y="2029238"/>
                </a:cubicBezTo>
                <a:lnTo>
                  <a:pt x="3789225" y="2271664"/>
                </a:lnTo>
                <a:lnTo>
                  <a:pt x="0" y="2271664"/>
                </a:lnTo>
                <a:lnTo>
                  <a:pt x="63354" y="2164869"/>
                </a:lnTo>
                <a:cubicBezTo>
                  <a:pt x="222758" y="1915044"/>
                  <a:pt x="397734" y="1674955"/>
                  <a:pt x="580293" y="1447427"/>
                </a:cubicBezTo>
                <a:cubicBezTo>
                  <a:pt x="960078" y="975021"/>
                  <a:pt x="1576971" y="1747"/>
                  <a:pt x="22552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12" name="Google Shape;13;p2"/>
          <p:cNvSpPr/>
          <p:nvPr>
            <p:custDataLst>
              <p:tags r:id="rId5"/>
            </p:custDataLst>
          </p:nvPr>
        </p:nvSpPr>
        <p:spPr>
          <a:xfrm>
            <a:off x="3586558" y="95690"/>
            <a:ext cx="1906041" cy="1534183"/>
          </a:xfrm>
          <a:custGeom>
            <a:avLst/>
            <a:gdLst/>
            <a:ahLst/>
            <a:cxnLst/>
            <a:rect l="l" t="t" r="r" b="b"/>
            <a:pathLst>
              <a:path w="30539" h="24581" extrusionOk="0">
                <a:moveTo>
                  <a:pt x="11034" y="0"/>
                </a:moveTo>
                <a:cubicBezTo>
                  <a:pt x="10036" y="0"/>
                  <a:pt x="9052" y="200"/>
                  <a:pt x="8096" y="664"/>
                </a:cubicBezTo>
                <a:cubicBezTo>
                  <a:pt x="7403" y="1010"/>
                  <a:pt x="6779" y="1468"/>
                  <a:pt x="6252" y="2050"/>
                </a:cubicBezTo>
                <a:cubicBezTo>
                  <a:pt x="2551" y="6056"/>
                  <a:pt x="1" y="15011"/>
                  <a:pt x="5005" y="19017"/>
                </a:cubicBezTo>
                <a:cubicBezTo>
                  <a:pt x="7126" y="20722"/>
                  <a:pt x="9940" y="21956"/>
                  <a:pt x="12379" y="23162"/>
                </a:cubicBezTo>
                <a:cubicBezTo>
                  <a:pt x="14231" y="24059"/>
                  <a:pt x="15997" y="24581"/>
                  <a:pt x="17752" y="24581"/>
                </a:cubicBezTo>
                <a:cubicBezTo>
                  <a:pt x="19466" y="24581"/>
                  <a:pt x="21168" y="24084"/>
                  <a:pt x="22928" y="22954"/>
                </a:cubicBezTo>
                <a:cubicBezTo>
                  <a:pt x="25770" y="21165"/>
                  <a:pt x="28903" y="18587"/>
                  <a:pt x="29956" y="15274"/>
                </a:cubicBezTo>
                <a:cubicBezTo>
                  <a:pt x="30538" y="13472"/>
                  <a:pt x="30386" y="11365"/>
                  <a:pt x="29221" y="9868"/>
                </a:cubicBezTo>
                <a:cubicBezTo>
                  <a:pt x="28265" y="8648"/>
                  <a:pt x="26782" y="7983"/>
                  <a:pt x="25409" y="7248"/>
                </a:cubicBezTo>
                <a:cubicBezTo>
                  <a:pt x="21496" y="5152"/>
                  <a:pt x="16093" y="0"/>
                  <a:pt x="110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19" name="任意多边形: 形状 18"/>
          <p:cNvSpPr/>
          <p:nvPr>
            <p:custDataLst>
              <p:tags r:id="rId6"/>
            </p:custDataLst>
          </p:nvPr>
        </p:nvSpPr>
        <p:spPr>
          <a:xfrm>
            <a:off x="7126270" y="0"/>
            <a:ext cx="5065730" cy="4535031"/>
          </a:xfrm>
          <a:custGeom>
            <a:avLst/>
            <a:gdLst>
              <a:gd name="connsiteX0" fmla="*/ 0 w 5065730"/>
              <a:gd name="connsiteY0" fmla="*/ 0 h 4535031"/>
              <a:gd name="connsiteX1" fmla="*/ 3806154 w 5065730"/>
              <a:gd name="connsiteY1" fmla="*/ 0 h 4535031"/>
              <a:gd name="connsiteX2" fmla="*/ 3896433 w 5065730"/>
              <a:gd name="connsiteY2" fmla="*/ 222543 h 4535031"/>
              <a:gd name="connsiteX3" fmla="*/ 4401693 w 5065730"/>
              <a:gd name="connsiteY3" fmla="*/ 1276181 h 4535031"/>
              <a:gd name="connsiteX4" fmla="*/ 4921752 w 5065730"/>
              <a:gd name="connsiteY4" fmla="*/ 2058087 h 4535031"/>
              <a:gd name="connsiteX5" fmla="*/ 5065730 w 5065730"/>
              <a:gd name="connsiteY5" fmla="*/ 2263091 h 4535031"/>
              <a:gd name="connsiteX6" fmla="*/ 5065730 w 5065730"/>
              <a:gd name="connsiteY6" fmla="*/ 4433470 h 4535031"/>
              <a:gd name="connsiteX7" fmla="*/ 4949124 w 5065730"/>
              <a:gd name="connsiteY7" fmla="*/ 4479689 h 4535031"/>
              <a:gd name="connsiteX8" fmla="*/ 4804009 w 5065730"/>
              <a:gd name="connsiteY8" fmla="*/ 4515371 h 4535031"/>
              <a:gd name="connsiteX9" fmla="*/ 4572394 w 5065730"/>
              <a:gd name="connsiteY9" fmla="*/ 4535031 h 4535031"/>
              <a:gd name="connsiteX10" fmla="*/ 3793475 w 5065730"/>
              <a:gd name="connsiteY10" fmla="*/ 4376127 h 4535031"/>
              <a:gd name="connsiteX11" fmla="*/ 2920500 w 5065730"/>
              <a:gd name="connsiteY11" fmla="*/ 3980738 h 4535031"/>
              <a:gd name="connsiteX12" fmla="*/ 812988 w 5065730"/>
              <a:gd name="connsiteY12" fmla="*/ 1936327 h 4535031"/>
              <a:gd name="connsiteX13" fmla="*/ 42667 w 5065730"/>
              <a:gd name="connsiteY13" fmla="*/ 190496 h 4535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065730" h="4535031">
                <a:moveTo>
                  <a:pt x="0" y="0"/>
                </a:moveTo>
                <a:lnTo>
                  <a:pt x="3806154" y="0"/>
                </a:lnTo>
                <a:lnTo>
                  <a:pt x="3896433" y="222543"/>
                </a:lnTo>
                <a:cubicBezTo>
                  <a:pt x="4045032" y="576715"/>
                  <a:pt x="4205310" y="926230"/>
                  <a:pt x="4401693" y="1276181"/>
                </a:cubicBezTo>
                <a:cubicBezTo>
                  <a:pt x="4556978" y="1553047"/>
                  <a:pt x="4739739" y="1805243"/>
                  <a:pt x="4921752" y="2058087"/>
                </a:cubicBezTo>
                <a:lnTo>
                  <a:pt x="5065730" y="2263091"/>
                </a:lnTo>
                <a:lnTo>
                  <a:pt x="5065730" y="4433470"/>
                </a:lnTo>
                <a:lnTo>
                  <a:pt x="4949124" y="4479689"/>
                </a:lnTo>
                <a:cubicBezTo>
                  <a:pt x="4903253" y="4494315"/>
                  <a:pt x="4854891" y="4506290"/>
                  <a:pt x="4804009" y="4515371"/>
                </a:cubicBezTo>
                <a:cubicBezTo>
                  <a:pt x="4727178" y="4528977"/>
                  <a:pt x="4649848" y="4535031"/>
                  <a:pt x="4572394" y="4535031"/>
                </a:cubicBezTo>
                <a:cubicBezTo>
                  <a:pt x="4308946" y="4535031"/>
                  <a:pt x="4044252" y="4464379"/>
                  <a:pt x="3793475" y="4376127"/>
                </a:cubicBezTo>
                <a:cubicBezTo>
                  <a:pt x="3491519" y="4269712"/>
                  <a:pt x="3199986" y="4137333"/>
                  <a:pt x="2920500" y="3980738"/>
                </a:cubicBezTo>
                <a:cubicBezTo>
                  <a:pt x="2056200" y="3497971"/>
                  <a:pt x="1316539" y="2788519"/>
                  <a:pt x="812988" y="1936327"/>
                </a:cubicBezTo>
                <a:cubicBezTo>
                  <a:pt x="511731" y="1425829"/>
                  <a:pt x="200916" y="816789"/>
                  <a:pt x="42667" y="1904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 useBgFill="1">
        <p:nvSpPr>
          <p:cNvPr id="33" name="Google Shape;26;p2"/>
          <p:cNvSpPr/>
          <p:nvPr>
            <p:custDataLst>
              <p:tags r:id="rId7"/>
            </p:custDataLst>
          </p:nvPr>
        </p:nvSpPr>
        <p:spPr>
          <a:xfrm>
            <a:off x="1192530" y="1055370"/>
            <a:ext cx="9984740" cy="5029200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229" name="任意多边形: 形状 228"/>
          <p:cNvSpPr/>
          <p:nvPr>
            <p:custDataLst>
              <p:tags r:id="rId8"/>
            </p:custDataLst>
          </p:nvPr>
        </p:nvSpPr>
        <p:spPr>
          <a:xfrm>
            <a:off x="9415780" y="0"/>
            <a:ext cx="2772410" cy="2003425"/>
          </a:xfrm>
          <a:custGeom>
            <a:avLst/>
            <a:gdLst>
              <a:gd name="connsiteX0" fmla="*/ 2908101 w 2908101"/>
              <a:gd name="connsiteY0" fmla="*/ 0 h 1841787"/>
              <a:gd name="connsiteX1" fmla="*/ 2908101 w 2908101"/>
              <a:gd name="connsiteY1" fmla="*/ 31024 h 1841787"/>
              <a:gd name="connsiteX2" fmla="*/ 2824648 w 2908101"/>
              <a:gd name="connsiteY2" fmla="*/ 51991 h 1841787"/>
              <a:gd name="connsiteX3" fmla="*/ 1117823 w 2908101"/>
              <a:gd name="connsiteY3" fmla="*/ 959325 h 1841787"/>
              <a:gd name="connsiteX4" fmla="*/ 844390 w 2908101"/>
              <a:gd name="connsiteY4" fmla="*/ 1211912 h 1841787"/>
              <a:gd name="connsiteX5" fmla="*/ 11234 w 2908101"/>
              <a:gd name="connsiteY5" fmla="*/ 1841787 h 1841787"/>
              <a:gd name="connsiteX6" fmla="*/ 0 w 2908101"/>
              <a:gd name="connsiteY6" fmla="*/ 1815823 h 1841787"/>
              <a:gd name="connsiteX7" fmla="*/ 824543 w 2908101"/>
              <a:gd name="connsiteY7" fmla="*/ 1191191 h 1841787"/>
              <a:gd name="connsiteX8" fmla="*/ 1098787 w 2908101"/>
              <a:gd name="connsiteY8" fmla="*/ 937668 h 1841787"/>
              <a:gd name="connsiteX9" fmla="*/ 2626665 w 2908101"/>
              <a:gd name="connsiteY9" fmla="*/ 78548 h 184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26" h="4065">
                <a:moveTo>
                  <a:pt x="5626" y="476"/>
                </a:moveTo>
                <a:lnTo>
                  <a:pt x="5626" y="1486"/>
                </a:lnTo>
                <a:lnTo>
                  <a:pt x="5421" y="1818"/>
                </a:lnTo>
                <a:cubicBezTo>
                  <a:pt x="5251" y="2063"/>
                  <a:pt x="5051" y="2287"/>
                  <a:pt x="4826" y="2483"/>
                </a:cubicBezTo>
                <a:cubicBezTo>
                  <a:pt x="4716" y="2580"/>
                  <a:pt x="4600" y="2670"/>
                  <a:pt x="4479" y="2751"/>
                </a:cubicBezTo>
                <a:cubicBezTo>
                  <a:pt x="4411" y="2799"/>
                  <a:pt x="4148" y="2899"/>
                  <a:pt x="4118" y="2966"/>
                </a:cubicBezTo>
                <a:cubicBezTo>
                  <a:pt x="4348" y="2440"/>
                  <a:pt x="4580" y="1912"/>
                  <a:pt x="4883" y="1426"/>
                </a:cubicBezTo>
                <a:cubicBezTo>
                  <a:pt x="5051" y="1157"/>
                  <a:pt x="5271" y="827"/>
                  <a:pt x="5529" y="566"/>
                </a:cubicBezTo>
                <a:lnTo>
                  <a:pt x="5626" y="476"/>
                </a:lnTo>
                <a:close/>
                <a:moveTo>
                  <a:pt x="1854" y="0"/>
                </a:moveTo>
                <a:lnTo>
                  <a:pt x="3637" y="0"/>
                </a:lnTo>
                <a:lnTo>
                  <a:pt x="3827" y="31"/>
                </a:lnTo>
                <a:cubicBezTo>
                  <a:pt x="3979" y="58"/>
                  <a:pt x="4947" y="329"/>
                  <a:pt x="4833" y="529"/>
                </a:cubicBezTo>
                <a:lnTo>
                  <a:pt x="4831" y="532"/>
                </a:lnTo>
                <a:lnTo>
                  <a:pt x="4858" y="522"/>
                </a:lnTo>
                <a:cubicBezTo>
                  <a:pt x="4965" y="481"/>
                  <a:pt x="5073" y="443"/>
                  <a:pt x="5183" y="408"/>
                </a:cubicBezTo>
                <a:lnTo>
                  <a:pt x="5626" y="284"/>
                </a:lnTo>
                <a:lnTo>
                  <a:pt x="5626" y="333"/>
                </a:lnTo>
                <a:lnTo>
                  <a:pt x="5495" y="366"/>
                </a:lnTo>
                <a:cubicBezTo>
                  <a:pt x="5000" y="502"/>
                  <a:pt x="4520" y="691"/>
                  <a:pt x="4067" y="931"/>
                </a:cubicBezTo>
                <a:lnTo>
                  <a:pt x="4062" y="934"/>
                </a:lnTo>
                <a:lnTo>
                  <a:pt x="4065" y="936"/>
                </a:lnTo>
                <a:cubicBezTo>
                  <a:pt x="4083" y="950"/>
                  <a:pt x="4092" y="981"/>
                  <a:pt x="4089" y="1034"/>
                </a:cubicBezTo>
                <a:cubicBezTo>
                  <a:pt x="4036" y="1972"/>
                  <a:pt x="3482" y="2810"/>
                  <a:pt x="2830" y="3486"/>
                </a:cubicBezTo>
                <a:cubicBezTo>
                  <a:pt x="2879" y="3004"/>
                  <a:pt x="2965" y="2520"/>
                  <a:pt x="3146" y="2069"/>
                </a:cubicBezTo>
                <a:cubicBezTo>
                  <a:pt x="3250" y="1806"/>
                  <a:pt x="3392" y="1561"/>
                  <a:pt x="3565" y="1338"/>
                </a:cubicBezTo>
                <a:cubicBezTo>
                  <a:pt x="3593" y="1302"/>
                  <a:pt x="3689" y="1189"/>
                  <a:pt x="3792" y="1090"/>
                </a:cubicBezTo>
                <a:lnTo>
                  <a:pt x="3805" y="1077"/>
                </a:lnTo>
                <a:lnTo>
                  <a:pt x="3733" y="1120"/>
                </a:lnTo>
                <a:cubicBezTo>
                  <a:pt x="3405" y="1318"/>
                  <a:pt x="3094" y="1543"/>
                  <a:pt x="2806" y="1795"/>
                </a:cubicBezTo>
                <a:cubicBezTo>
                  <a:pt x="2697" y="1891"/>
                  <a:pt x="2588" y="1992"/>
                  <a:pt x="2481" y="2092"/>
                </a:cubicBezTo>
                <a:lnTo>
                  <a:pt x="2436" y="2135"/>
                </a:lnTo>
                <a:lnTo>
                  <a:pt x="2438" y="2138"/>
                </a:lnTo>
                <a:cubicBezTo>
                  <a:pt x="2453" y="2160"/>
                  <a:pt x="2457" y="2199"/>
                  <a:pt x="2445" y="2262"/>
                </a:cubicBezTo>
                <a:cubicBezTo>
                  <a:pt x="2409" y="2442"/>
                  <a:pt x="2205" y="2667"/>
                  <a:pt x="2093" y="2809"/>
                </a:cubicBezTo>
                <a:cubicBezTo>
                  <a:pt x="1830" y="3140"/>
                  <a:pt x="1510" y="3422"/>
                  <a:pt x="1146" y="3640"/>
                </a:cubicBezTo>
                <a:cubicBezTo>
                  <a:pt x="970" y="3745"/>
                  <a:pt x="785" y="3833"/>
                  <a:pt x="593" y="3906"/>
                </a:cubicBezTo>
                <a:cubicBezTo>
                  <a:pt x="500" y="3941"/>
                  <a:pt x="41" y="4002"/>
                  <a:pt x="0" y="4065"/>
                </a:cubicBezTo>
                <a:cubicBezTo>
                  <a:pt x="282" y="3634"/>
                  <a:pt x="625" y="3247"/>
                  <a:pt x="1019" y="2918"/>
                </a:cubicBezTo>
                <a:cubicBezTo>
                  <a:pt x="1361" y="2631"/>
                  <a:pt x="1744" y="2378"/>
                  <a:pt x="2152" y="2194"/>
                </a:cubicBezTo>
                <a:cubicBezTo>
                  <a:pt x="2239" y="2154"/>
                  <a:pt x="2325" y="2113"/>
                  <a:pt x="2383" y="2113"/>
                </a:cubicBezTo>
                <a:cubicBezTo>
                  <a:pt x="2386" y="2113"/>
                  <a:pt x="2390" y="2113"/>
                  <a:pt x="2393" y="2113"/>
                </a:cubicBezTo>
                <a:lnTo>
                  <a:pt x="2393" y="2113"/>
                </a:lnTo>
                <a:lnTo>
                  <a:pt x="2397" y="2109"/>
                </a:lnTo>
                <a:cubicBezTo>
                  <a:pt x="2521" y="1992"/>
                  <a:pt x="2648" y="1872"/>
                  <a:pt x="2776" y="1760"/>
                </a:cubicBezTo>
                <a:cubicBezTo>
                  <a:pt x="2884" y="1667"/>
                  <a:pt x="2995" y="1577"/>
                  <a:pt x="3109" y="1490"/>
                </a:cubicBezTo>
                <a:lnTo>
                  <a:pt x="3157" y="1453"/>
                </a:lnTo>
                <a:lnTo>
                  <a:pt x="3156" y="1454"/>
                </a:lnTo>
                <a:cubicBezTo>
                  <a:pt x="2859" y="1595"/>
                  <a:pt x="2510" y="1670"/>
                  <a:pt x="2208" y="1717"/>
                </a:cubicBezTo>
                <a:cubicBezTo>
                  <a:pt x="1781" y="1784"/>
                  <a:pt x="1348" y="1792"/>
                  <a:pt x="915" y="1792"/>
                </a:cubicBezTo>
                <a:cubicBezTo>
                  <a:pt x="850" y="1792"/>
                  <a:pt x="784" y="1792"/>
                  <a:pt x="719" y="1792"/>
                </a:cubicBezTo>
                <a:cubicBezTo>
                  <a:pt x="1166" y="1594"/>
                  <a:pt x="1617" y="1397"/>
                  <a:pt x="2090" y="1274"/>
                </a:cubicBezTo>
                <a:cubicBezTo>
                  <a:pt x="2232" y="1236"/>
                  <a:pt x="2727" y="1120"/>
                  <a:pt x="3086" y="1120"/>
                </a:cubicBezTo>
                <a:cubicBezTo>
                  <a:pt x="3264" y="1120"/>
                  <a:pt x="3408" y="1148"/>
                  <a:pt x="3461" y="1228"/>
                </a:cubicBezTo>
                <a:lnTo>
                  <a:pt x="3465" y="1236"/>
                </a:lnTo>
                <a:lnTo>
                  <a:pt x="3532" y="1192"/>
                </a:lnTo>
                <a:cubicBezTo>
                  <a:pt x="3866" y="976"/>
                  <a:pt x="4222" y="787"/>
                  <a:pt x="4591" y="629"/>
                </a:cubicBezTo>
                <a:lnTo>
                  <a:pt x="4617" y="618"/>
                </a:lnTo>
                <a:lnTo>
                  <a:pt x="4608" y="619"/>
                </a:lnTo>
                <a:cubicBezTo>
                  <a:pt x="4571" y="623"/>
                  <a:pt x="4531" y="624"/>
                  <a:pt x="4490" y="624"/>
                </a:cubicBezTo>
                <a:cubicBezTo>
                  <a:pt x="4311" y="624"/>
                  <a:pt x="4111" y="597"/>
                  <a:pt x="4011" y="590"/>
                </a:cubicBezTo>
                <a:cubicBezTo>
                  <a:pt x="3769" y="571"/>
                  <a:pt x="3529" y="534"/>
                  <a:pt x="3292" y="479"/>
                </a:cubicBezTo>
                <a:cubicBezTo>
                  <a:pt x="2887" y="384"/>
                  <a:pt x="2494" y="246"/>
                  <a:pt x="2104" y="97"/>
                </a:cubicBezTo>
                <a:lnTo>
                  <a:pt x="185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l" defTabSz="1219200">
              <a:buClr>
                <a:srgbClr val="000000"/>
              </a:buClr>
              <a:buSzTx/>
              <a:buFontTx/>
            </a:pPr>
            <a:endParaRPr sz="1865" kern="0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1" name="任意多边形: 形状 140"/>
          <p:cNvSpPr/>
          <p:nvPr>
            <p:custDataLst>
              <p:tags r:id="rId9"/>
            </p:custDataLst>
          </p:nvPr>
        </p:nvSpPr>
        <p:spPr>
          <a:xfrm>
            <a:off x="0" y="1055370"/>
            <a:ext cx="2042795" cy="1753235"/>
          </a:xfrm>
          <a:custGeom>
            <a:avLst/>
            <a:gdLst>
              <a:gd name="connsiteX0" fmla="*/ 98316 w 885958"/>
              <a:gd name="connsiteY0" fmla="*/ 56796 h 707580"/>
              <a:gd name="connsiteX1" fmla="*/ 449765 w 885958"/>
              <a:gd name="connsiteY1" fmla="*/ 327982 h 707580"/>
              <a:gd name="connsiteX2" fmla="*/ 439030 w 885958"/>
              <a:gd name="connsiteY2" fmla="*/ 370111 h 707580"/>
              <a:gd name="connsiteX3" fmla="*/ 435909 w 885958"/>
              <a:gd name="connsiteY3" fmla="*/ 368675 h 707580"/>
              <a:gd name="connsiteX4" fmla="*/ 55438 w 885958"/>
              <a:gd name="connsiteY4" fmla="*/ 82073 h 707580"/>
              <a:gd name="connsiteX5" fmla="*/ 836852 w 885958"/>
              <a:gd name="connsiteY5" fmla="*/ 637989 h 707580"/>
              <a:gd name="connsiteX6" fmla="*/ 98316 w 885958"/>
              <a:gd name="connsiteY6" fmla="*/ 56796 h 707580"/>
              <a:gd name="connsiteX7" fmla="*/ 41020 w 885958"/>
              <a:gd name="connsiteY7" fmla="*/ 0 h 707580"/>
              <a:gd name="connsiteX8" fmla="*/ 42269 w 885958"/>
              <a:gd name="connsiteY8" fmla="*/ 124 h 707580"/>
              <a:gd name="connsiteX9" fmla="*/ 884910 w 885958"/>
              <a:gd name="connsiteY9" fmla="*/ 668884 h 707580"/>
              <a:gd name="connsiteX10" fmla="*/ 872927 w 885958"/>
              <a:gd name="connsiteY10" fmla="*/ 707580 h 707580"/>
              <a:gd name="connsiteX11" fmla="*/ 868496 w 885958"/>
              <a:gd name="connsiteY11" fmla="*/ 706082 h 707580"/>
              <a:gd name="connsiteX12" fmla="*/ 701 w 885958"/>
              <a:gd name="connsiteY12" fmla="*/ 53737 h 707580"/>
              <a:gd name="connsiteX13" fmla="*/ 12810 w 885958"/>
              <a:gd name="connsiteY13" fmla="*/ 13294 h 707580"/>
              <a:gd name="connsiteX14" fmla="*/ 15431 w 885958"/>
              <a:gd name="connsiteY14" fmla="*/ 13918 h 707580"/>
              <a:gd name="connsiteX15" fmla="*/ 26790 w 885958"/>
              <a:gd name="connsiteY15" fmla="*/ 19410 h 707580"/>
              <a:gd name="connsiteX16" fmla="*/ 41020 w 885958"/>
              <a:gd name="connsiteY16" fmla="*/ 0 h 70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82" h="3760">
                <a:moveTo>
                  <a:pt x="2628" y="3560"/>
                </a:moveTo>
                <a:lnTo>
                  <a:pt x="2627" y="3564"/>
                </a:lnTo>
                <a:cubicBezTo>
                  <a:pt x="2621" y="3586"/>
                  <a:pt x="2614" y="3605"/>
                  <a:pt x="2606" y="3618"/>
                </a:cubicBezTo>
                <a:lnTo>
                  <a:pt x="2606" y="3618"/>
                </a:lnTo>
                <a:lnTo>
                  <a:pt x="2628" y="3560"/>
                </a:lnTo>
                <a:close/>
                <a:moveTo>
                  <a:pt x="3142" y="2415"/>
                </a:moveTo>
                <a:cubicBezTo>
                  <a:pt x="3346" y="2530"/>
                  <a:pt x="3533" y="2673"/>
                  <a:pt x="3695" y="2842"/>
                </a:cubicBezTo>
                <a:cubicBezTo>
                  <a:pt x="3710" y="2857"/>
                  <a:pt x="3693" y="2909"/>
                  <a:pt x="3678" y="2909"/>
                </a:cubicBezTo>
                <a:cubicBezTo>
                  <a:pt x="3677" y="2909"/>
                  <a:pt x="3675" y="2908"/>
                  <a:pt x="3673" y="2906"/>
                </a:cubicBezTo>
                <a:cubicBezTo>
                  <a:pt x="3499" y="2724"/>
                  <a:pt x="3297" y="2572"/>
                  <a:pt x="3074" y="2455"/>
                </a:cubicBezTo>
                <a:cubicBezTo>
                  <a:pt x="3350" y="2896"/>
                  <a:pt x="3865" y="3078"/>
                  <a:pt x="4305" y="3330"/>
                </a:cubicBezTo>
                <a:cubicBezTo>
                  <a:pt x="4070" y="2870"/>
                  <a:pt x="3645" y="2535"/>
                  <a:pt x="3142" y="2415"/>
                </a:cubicBezTo>
                <a:close/>
                <a:moveTo>
                  <a:pt x="3720" y="1819"/>
                </a:moveTo>
                <a:cubicBezTo>
                  <a:pt x="3601" y="1837"/>
                  <a:pt x="3477" y="1849"/>
                  <a:pt x="3361" y="1878"/>
                </a:cubicBezTo>
                <a:cubicBezTo>
                  <a:pt x="3142" y="1933"/>
                  <a:pt x="3085" y="2120"/>
                  <a:pt x="3068" y="2317"/>
                </a:cubicBezTo>
                <a:cubicBezTo>
                  <a:pt x="3332" y="2237"/>
                  <a:pt x="3564" y="2044"/>
                  <a:pt x="3720" y="1819"/>
                </a:cubicBezTo>
                <a:close/>
                <a:moveTo>
                  <a:pt x="2035" y="1351"/>
                </a:moveTo>
                <a:cubicBezTo>
                  <a:pt x="1972" y="1351"/>
                  <a:pt x="1908" y="1358"/>
                  <a:pt x="1845" y="1376"/>
                </a:cubicBezTo>
                <a:cubicBezTo>
                  <a:pt x="1789" y="1392"/>
                  <a:pt x="1739" y="1416"/>
                  <a:pt x="1689" y="1439"/>
                </a:cubicBezTo>
                <a:lnTo>
                  <a:pt x="1677" y="1444"/>
                </a:lnTo>
                <a:lnTo>
                  <a:pt x="1733" y="1454"/>
                </a:lnTo>
                <a:cubicBezTo>
                  <a:pt x="1941" y="1486"/>
                  <a:pt x="2151" y="1502"/>
                  <a:pt x="2361" y="1502"/>
                </a:cubicBezTo>
                <a:cubicBezTo>
                  <a:pt x="2418" y="1502"/>
                  <a:pt x="2474" y="1501"/>
                  <a:pt x="2531" y="1499"/>
                </a:cubicBezTo>
                <a:cubicBezTo>
                  <a:pt x="2552" y="1499"/>
                  <a:pt x="2541" y="1565"/>
                  <a:pt x="2516" y="1567"/>
                </a:cubicBezTo>
                <a:cubicBezTo>
                  <a:pt x="2459" y="1569"/>
                  <a:pt x="2403" y="1570"/>
                  <a:pt x="2346" y="1570"/>
                </a:cubicBezTo>
                <a:cubicBezTo>
                  <a:pt x="2193" y="1570"/>
                  <a:pt x="2040" y="1562"/>
                  <a:pt x="1888" y="1544"/>
                </a:cubicBezTo>
                <a:lnTo>
                  <a:pt x="1837" y="1538"/>
                </a:lnTo>
                <a:lnTo>
                  <a:pt x="1875" y="1552"/>
                </a:lnTo>
                <a:cubicBezTo>
                  <a:pt x="2050" y="1613"/>
                  <a:pt x="2229" y="1661"/>
                  <a:pt x="2410" y="1697"/>
                </a:cubicBezTo>
                <a:cubicBezTo>
                  <a:pt x="2483" y="1711"/>
                  <a:pt x="2555" y="1717"/>
                  <a:pt x="2627" y="1717"/>
                </a:cubicBezTo>
                <a:cubicBezTo>
                  <a:pt x="2857" y="1717"/>
                  <a:pt x="3080" y="1654"/>
                  <a:pt x="3306" y="1592"/>
                </a:cubicBezTo>
                <a:cubicBezTo>
                  <a:pt x="2982" y="1523"/>
                  <a:pt x="2656" y="1450"/>
                  <a:pt x="2331" y="1387"/>
                </a:cubicBezTo>
                <a:cubicBezTo>
                  <a:pt x="2234" y="1368"/>
                  <a:pt x="2135" y="1351"/>
                  <a:pt x="2035" y="1351"/>
                </a:cubicBezTo>
                <a:close/>
                <a:moveTo>
                  <a:pt x="592" y="1238"/>
                </a:moveTo>
                <a:lnTo>
                  <a:pt x="600" y="1267"/>
                </a:lnTo>
                <a:cubicBezTo>
                  <a:pt x="784" y="1870"/>
                  <a:pt x="1228" y="2363"/>
                  <a:pt x="1815" y="2609"/>
                </a:cubicBezTo>
                <a:cubicBezTo>
                  <a:pt x="1750" y="2272"/>
                  <a:pt x="1592" y="1961"/>
                  <a:pt x="1362" y="1709"/>
                </a:cubicBezTo>
                <a:cubicBezTo>
                  <a:pt x="1162" y="1492"/>
                  <a:pt x="910" y="1386"/>
                  <a:pt x="675" y="1242"/>
                </a:cubicBezTo>
                <a:lnTo>
                  <a:pt x="672" y="1240"/>
                </a:lnTo>
                <a:lnTo>
                  <a:pt x="689" y="1259"/>
                </a:lnTo>
                <a:cubicBezTo>
                  <a:pt x="897" y="1491"/>
                  <a:pt x="1107" y="1727"/>
                  <a:pt x="1270" y="1991"/>
                </a:cubicBezTo>
                <a:cubicBezTo>
                  <a:pt x="1279" y="2006"/>
                  <a:pt x="1258" y="2056"/>
                  <a:pt x="1250" y="2056"/>
                </a:cubicBezTo>
                <a:cubicBezTo>
                  <a:pt x="1249" y="2056"/>
                  <a:pt x="1249" y="2056"/>
                  <a:pt x="1248" y="2055"/>
                </a:cubicBezTo>
                <a:cubicBezTo>
                  <a:pt x="1073" y="1769"/>
                  <a:pt x="842" y="1516"/>
                  <a:pt x="616" y="1265"/>
                </a:cubicBezTo>
                <a:lnTo>
                  <a:pt x="592" y="1238"/>
                </a:lnTo>
                <a:close/>
                <a:moveTo>
                  <a:pt x="740" y="312"/>
                </a:moveTo>
                <a:cubicBezTo>
                  <a:pt x="1050" y="312"/>
                  <a:pt x="1346" y="441"/>
                  <a:pt x="1655" y="441"/>
                </a:cubicBezTo>
                <a:cubicBezTo>
                  <a:pt x="1706" y="441"/>
                  <a:pt x="1757" y="438"/>
                  <a:pt x="1810" y="429"/>
                </a:cubicBezTo>
                <a:cubicBezTo>
                  <a:pt x="1812" y="428"/>
                  <a:pt x="1815" y="428"/>
                  <a:pt x="1818" y="427"/>
                </a:cubicBezTo>
                <a:lnTo>
                  <a:pt x="1818" y="428"/>
                </a:lnTo>
                <a:cubicBezTo>
                  <a:pt x="1818" y="428"/>
                  <a:pt x="1818" y="428"/>
                  <a:pt x="1818" y="428"/>
                </a:cubicBezTo>
                <a:cubicBezTo>
                  <a:pt x="1819" y="428"/>
                  <a:pt x="1820" y="428"/>
                  <a:pt x="1820" y="428"/>
                </a:cubicBezTo>
                <a:cubicBezTo>
                  <a:pt x="1842" y="428"/>
                  <a:pt x="1830" y="489"/>
                  <a:pt x="1812" y="496"/>
                </a:cubicBezTo>
                <a:cubicBezTo>
                  <a:pt x="1345" y="643"/>
                  <a:pt x="865" y="932"/>
                  <a:pt x="373" y="967"/>
                </a:cubicBezTo>
                <a:lnTo>
                  <a:pt x="356" y="968"/>
                </a:lnTo>
                <a:lnTo>
                  <a:pt x="377" y="974"/>
                </a:lnTo>
                <a:cubicBezTo>
                  <a:pt x="732" y="1072"/>
                  <a:pt x="1081" y="1207"/>
                  <a:pt x="1408" y="1380"/>
                </a:cubicBezTo>
                <a:lnTo>
                  <a:pt x="1445" y="1400"/>
                </a:lnTo>
                <a:lnTo>
                  <a:pt x="1446" y="1400"/>
                </a:lnTo>
                <a:cubicBezTo>
                  <a:pt x="1447" y="1399"/>
                  <a:pt x="1448" y="1399"/>
                  <a:pt x="1449" y="1399"/>
                </a:cubicBezTo>
                <a:cubicBezTo>
                  <a:pt x="1450" y="1399"/>
                  <a:pt x="1451" y="1399"/>
                  <a:pt x="1451" y="1399"/>
                </a:cubicBezTo>
                <a:lnTo>
                  <a:pt x="1474" y="1404"/>
                </a:lnTo>
                <a:lnTo>
                  <a:pt x="1475" y="1402"/>
                </a:lnTo>
                <a:cubicBezTo>
                  <a:pt x="1479" y="1397"/>
                  <a:pt x="1483" y="1394"/>
                  <a:pt x="1487" y="1394"/>
                </a:cubicBezTo>
                <a:cubicBezTo>
                  <a:pt x="1488" y="1394"/>
                  <a:pt x="1489" y="1394"/>
                  <a:pt x="1490" y="1395"/>
                </a:cubicBezTo>
                <a:cubicBezTo>
                  <a:pt x="1502" y="1400"/>
                  <a:pt x="1513" y="1405"/>
                  <a:pt x="1524" y="1411"/>
                </a:cubicBezTo>
                <a:lnTo>
                  <a:pt x="1543" y="1419"/>
                </a:lnTo>
                <a:lnTo>
                  <a:pt x="1563" y="1423"/>
                </a:lnTo>
                <a:lnTo>
                  <a:pt x="1565" y="1424"/>
                </a:lnTo>
                <a:lnTo>
                  <a:pt x="1579" y="1419"/>
                </a:lnTo>
                <a:cubicBezTo>
                  <a:pt x="1681" y="1384"/>
                  <a:pt x="1774" y="1324"/>
                  <a:pt x="1883" y="1298"/>
                </a:cubicBezTo>
                <a:cubicBezTo>
                  <a:pt x="1935" y="1286"/>
                  <a:pt x="1988" y="1281"/>
                  <a:pt x="2042" y="1281"/>
                </a:cubicBezTo>
                <a:cubicBezTo>
                  <a:pt x="2123" y="1281"/>
                  <a:pt x="2204" y="1292"/>
                  <a:pt x="2282" y="1305"/>
                </a:cubicBezTo>
                <a:cubicBezTo>
                  <a:pt x="2676" y="1373"/>
                  <a:pt x="3067" y="1470"/>
                  <a:pt x="3458" y="1553"/>
                </a:cubicBezTo>
                <a:cubicBezTo>
                  <a:pt x="3481" y="1558"/>
                  <a:pt x="3466" y="1617"/>
                  <a:pt x="3447" y="1621"/>
                </a:cubicBezTo>
                <a:cubicBezTo>
                  <a:pt x="3182" y="1689"/>
                  <a:pt x="2909" y="1792"/>
                  <a:pt x="2634" y="1792"/>
                </a:cubicBezTo>
                <a:cubicBezTo>
                  <a:pt x="2582" y="1792"/>
                  <a:pt x="2530" y="1788"/>
                  <a:pt x="2478" y="1780"/>
                </a:cubicBezTo>
                <a:cubicBezTo>
                  <a:pt x="2237" y="1743"/>
                  <a:pt x="2001" y="1676"/>
                  <a:pt x="1772" y="1589"/>
                </a:cubicBezTo>
                <a:lnTo>
                  <a:pt x="1743" y="1578"/>
                </a:lnTo>
                <a:lnTo>
                  <a:pt x="1747" y="1580"/>
                </a:lnTo>
                <a:cubicBezTo>
                  <a:pt x="1891" y="1678"/>
                  <a:pt x="1999" y="1807"/>
                  <a:pt x="2122" y="1926"/>
                </a:cubicBezTo>
                <a:lnTo>
                  <a:pt x="2141" y="1944"/>
                </a:lnTo>
                <a:lnTo>
                  <a:pt x="2141" y="1944"/>
                </a:lnTo>
                <a:cubicBezTo>
                  <a:pt x="2141" y="1944"/>
                  <a:pt x="2141" y="1944"/>
                  <a:pt x="2142" y="1944"/>
                </a:cubicBezTo>
                <a:lnTo>
                  <a:pt x="2142" y="1946"/>
                </a:lnTo>
                <a:lnTo>
                  <a:pt x="2154" y="1957"/>
                </a:lnTo>
                <a:lnTo>
                  <a:pt x="2174" y="1975"/>
                </a:lnTo>
                <a:lnTo>
                  <a:pt x="2175" y="1975"/>
                </a:lnTo>
                <a:cubicBezTo>
                  <a:pt x="2176" y="1975"/>
                  <a:pt x="2177" y="1976"/>
                  <a:pt x="2178" y="1977"/>
                </a:cubicBezTo>
                <a:lnTo>
                  <a:pt x="2178" y="1979"/>
                </a:lnTo>
                <a:lnTo>
                  <a:pt x="2187" y="1987"/>
                </a:lnTo>
                <a:cubicBezTo>
                  <a:pt x="2209" y="2007"/>
                  <a:pt x="2232" y="2026"/>
                  <a:pt x="2256" y="2044"/>
                </a:cubicBezTo>
                <a:cubicBezTo>
                  <a:pt x="2473" y="2210"/>
                  <a:pt x="2734" y="2289"/>
                  <a:pt x="3004" y="2293"/>
                </a:cubicBezTo>
                <a:lnTo>
                  <a:pt x="3024" y="2293"/>
                </a:lnTo>
                <a:lnTo>
                  <a:pt x="3026" y="2271"/>
                </a:lnTo>
                <a:cubicBezTo>
                  <a:pt x="3040" y="2134"/>
                  <a:pt x="3071" y="1997"/>
                  <a:pt x="3179" y="1901"/>
                </a:cubicBezTo>
                <a:cubicBezTo>
                  <a:pt x="3330" y="1766"/>
                  <a:pt x="3590" y="1773"/>
                  <a:pt x="3779" y="1743"/>
                </a:cubicBezTo>
                <a:cubicBezTo>
                  <a:pt x="3780" y="1743"/>
                  <a:pt x="3782" y="1743"/>
                  <a:pt x="3783" y="1743"/>
                </a:cubicBezTo>
                <a:cubicBezTo>
                  <a:pt x="3807" y="1743"/>
                  <a:pt x="3801" y="1786"/>
                  <a:pt x="3793" y="1799"/>
                </a:cubicBezTo>
                <a:cubicBezTo>
                  <a:pt x="3647" y="2034"/>
                  <a:pt x="3426" y="2243"/>
                  <a:pt x="3166" y="2350"/>
                </a:cubicBezTo>
                <a:lnTo>
                  <a:pt x="3165" y="2350"/>
                </a:lnTo>
                <a:lnTo>
                  <a:pt x="3190" y="2356"/>
                </a:lnTo>
                <a:cubicBezTo>
                  <a:pt x="3721" y="2494"/>
                  <a:pt x="4162" y="2869"/>
                  <a:pt x="4380" y="3379"/>
                </a:cubicBezTo>
                <a:cubicBezTo>
                  <a:pt x="4385" y="3390"/>
                  <a:pt x="4379" y="3440"/>
                  <a:pt x="4361" y="3440"/>
                </a:cubicBezTo>
                <a:cubicBezTo>
                  <a:pt x="4359" y="3440"/>
                  <a:pt x="4357" y="3439"/>
                  <a:pt x="4355" y="3438"/>
                </a:cubicBezTo>
                <a:cubicBezTo>
                  <a:pt x="3865" y="3141"/>
                  <a:pt x="3261" y="2957"/>
                  <a:pt x="2988" y="2411"/>
                </a:cubicBezTo>
                <a:cubicBezTo>
                  <a:pt x="2986" y="2405"/>
                  <a:pt x="2987" y="2385"/>
                  <a:pt x="2991" y="2370"/>
                </a:cubicBezTo>
                <a:lnTo>
                  <a:pt x="2991" y="2369"/>
                </a:lnTo>
                <a:lnTo>
                  <a:pt x="2991" y="2368"/>
                </a:lnTo>
                <a:lnTo>
                  <a:pt x="2992" y="2363"/>
                </a:lnTo>
                <a:lnTo>
                  <a:pt x="2985" y="2362"/>
                </a:lnTo>
                <a:cubicBezTo>
                  <a:pt x="2679" y="2354"/>
                  <a:pt x="2441" y="2250"/>
                  <a:pt x="2223" y="2081"/>
                </a:cubicBezTo>
                <a:lnTo>
                  <a:pt x="2220" y="2079"/>
                </a:lnTo>
                <a:lnTo>
                  <a:pt x="2251" y="2114"/>
                </a:lnTo>
                <a:cubicBezTo>
                  <a:pt x="2587" y="2511"/>
                  <a:pt x="2780" y="3016"/>
                  <a:pt x="2644" y="3517"/>
                </a:cubicBezTo>
                <a:lnTo>
                  <a:pt x="2628" y="3560"/>
                </a:lnTo>
                <a:lnTo>
                  <a:pt x="2642" y="3487"/>
                </a:lnTo>
                <a:cubicBezTo>
                  <a:pt x="2664" y="3347"/>
                  <a:pt x="2666" y="3156"/>
                  <a:pt x="2663" y="3118"/>
                </a:cubicBezTo>
                <a:cubicBezTo>
                  <a:pt x="2651" y="2975"/>
                  <a:pt x="2617" y="2834"/>
                  <a:pt x="2564" y="2702"/>
                </a:cubicBezTo>
                <a:cubicBezTo>
                  <a:pt x="2498" y="2538"/>
                  <a:pt x="2404" y="2389"/>
                  <a:pt x="2295" y="2253"/>
                </a:cubicBezTo>
                <a:lnTo>
                  <a:pt x="2270" y="2223"/>
                </a:lnTo>
                <a:lnTo>
                  <a:pt x="2277" y="2243"/>
                </a:lnTo>
                <a:cubicBezTo>
                  <a:pt x="2338" y="2441"/>
                  <a:pt x="2358" y="2651"/>
                  <a:pt x="2375" y="2859"/>
                </a:cubicBezTo>
                <a:cubicBezTo>
                  <a:pt x="2376" y="2870"/>
                  <a:pt x="2361" y="2913"/>
                  <a:pt x="2354" y="2913"/>
                </a:cubicBezTo>
                <a:cubicBezTo>
                  <a:pt x="2352" y="2913"/>
                  <a:pt x="2351" y="2910"/>
                  <a:pt x="2350" y="2904"/>
                </a:cubicBezTo>
                <a:cubicBezTo>
                  <a:pt x="2328" y="2642"/>
                  <a:pt x="2302" y="2377"/>
                  <a:pt x="2191" y="2139"/>
                </a:cubicBezTo>
                <a:lnTo>
                  <a:pt x="2185" y="2125"/>
                </a:lnTo>
                <a:lnTo>
                  <a:pt x="2181" y="2121"/>
                </a:lnTo>
                <a:cubicBezTo>
                  <a:pt x="2167" y="2293"/>
                  <a:pt x="2104" y="2458"/>
                  <a:pt x="2104" y="2634"/>
                </a:cubicBezTo>
                <a:cubicBezTo>
                  <a:pt x="2104" y="2954"/>
                  <a:pt x="2297" y="3220"/>
                  <a:pt x="2451" y="3492"/>
                </a:cubicBezTo>
                <a:cubicBezTo>
                  <a:pt x="2474" y="3536"/>
                  <a:pt x="2507" y="3641"/>
                  <a:pt x="2571" y="3641"/>
                </a:cubicBezTo>
                <a:cubicBezTo>
                  <a:pt x="2574" y="3641"/>
                  <a:pt x="2576" y="3641"/>
                  <a:pt x="2579" y="3641"/>
                </a:cubicBezTo>
                <a:lnTo>
                  <a:pt x="2606" y="3618"/>
                </a:lnTo>
                <a:lnTo>
                  <a:pt x="2558" y="3744"/>
                </a:lnTo>
                <a:cubicBezTo>
                  <a:pt x="2557" y="3746"/>
                  <a:pt x="2550" y="3760"/>
                  <a:pt x="2545" y="3760"/>
                </a:cubicBezTo>
                <a:cubicBezTo>
                  <a:pt x="2544" y="3760"/>
                  <a:pt x="2543" y="3759"/>
                  <a:pt x="2542" y="3758"/>
                </a:cubicBezTo>
                <a:cubicBezTo>
                  <a:pt x="2385" y="3477"/>
                  <a:pt x="2174" y="3187"/>
                  <a:pt x="2090" y="2874"/>
                </a:cubicBezTo>
                <a:cubicBezTo>
                  <a:pt x="2014" y="2598"/>
                  <a:pt x="2162" y="2364"/>
                  <a:pt x="2158" y="2096"/>
                </a:cubicBezTo>
                <a:cubicBezTo>
                  <a:pt x="2144" y="2082"/>
                  <a:pt x="2131" y="2068"/>
                  <a:pt x="2117" y="2054"/>
                </a:cubicBezTo>
                <a:cubicBezTo>
                  <a:pt x="2110" y="2047"/>
                  <a:pt x="2114" y="2027"/>
                  <a:pt x="2119" y="2011"/>
                </a:cubicBezTo>
                <a:lnTo>
                  <a:pt x="2121" y="2009"/>
                </a:lnTo>
                <a:lnTo>
                  <a:pt x="2120" y="2007"/>
                </a:lnTo>
                <a:cubicBezTo>
                  <a:pt x="2119" y="2004"/>
                  <a:pt x="2119" y="2002"/>
                  <a:pt x="2119" y="1999"/>
                </a:cubicBezTo>
                <a:lnTo>
                  <a:pt x="2119" y="1995"/>
                </a:lnTo>
                <a:lnTo>
                  <a:pt x="2106" y="1983"/>
                </a:lnTo>
                <a:cubicBezTo>
                  <a:pt x="2058" y="1940"/>
                  <a:pt x="2010" y="1893"/>
                  <a:pt x="1962" y="1844"/>
                </a:cubicBezTo>
                <a:cubicBezTo>
                  <a:pt x="1838" y="1716"/>
                  <a:pt x="1686" y="1603"/>
                  <a:pt x="1520" y="1504"/>
                </a:cubicBezTo>
                <a:lnTo>
                  <a:pt x="1518" y="1503"/>
                </a:lnTo>
                <a:lnTo>
                  <a:pt x="1501" y="1507"/>
                </a:lnTo>
                <a:cubicBezTo>
                  <a:pt x="1486" y="1510"/>
                  <a:pt x="1470" y="1512"/>
                  <a:pt x="1454" y="1513"/>
                </a:cubicBezTo>
                <a:cubicBezTo>
                  <a:pt x="1453" y="1514"/>
                  <a:pt x="1453" y="1514"/>
                  <a:pt x="1452" y="1514"/>
                </a:cubicBezTo>
                <a:cubicBezTo>
                  <a:pt x="1438" y="1514"/>
                  <a:pt x="1436" y="1493"/>
                  <a:pt x="1440" y="1474"/>
                </a:cubicBezTo>
                <a:lnTo>
                  <a:pt x="1442" y="1468"/>
                </a:lnTo>
                <a:lnTo>
                  <a:pt x="1436" y="1467"/>
                </a:lnTo>
                <a:cubicBezTo>
                  <a:pt x="1431" y="1466"/>
                  <a:pt x="1427" y="1461"/>
                  <a:pt x="1426" y="1454"/>
                </a:cubicBezTo>
                <a:lnTo>
                  <a:pt x="1425" y="1451"/>
                </a:lnTo>
                <a:lnTo>
                  <a:pt x="1381" y="1427"/>
                </a:lnTo>
                <a:cubicBezTo>
                  <a:pt x="1134" y="1296"/>
                  <a:pt x="866" y="1194"/>
                  <a:pt x="618" y="1116"/>
                </a:cubicBezTo>
                <a:lnTo>
                  <a:pt x="595" y="1109"/>
                </a:lnTo>
                <a:lnTo>
                  <a:pt x="617" y="1123"/>
                </a:lnTo>
                <a:cubicBezTo>
                  <a:pt x="770" y="1216"/>
                  <a:pt x="938" y="1283"/>
                  <a:pt x="1085" y="1386"/>
                </a:cubicBezTo>
                <a:cubicBezTo>
                  <a:pt x="1213" y="1474"/>
                  <a:pt x="1328" y="1579"/>
                  <a:pt x="1429" y="1698"/>
                </a:cubicBezTo>
                <a:cubicBezTo>
                  <a:pt x="1652" y="1962"/>
                  <a:pt x="1799" y="2284"/>
                  <a:pt x="1851" y="2627"/>
                </a:cubicBezTo>
                <a:cubicBezTo>
                  <a:pt x="1852" y="2635"/>
                  <a:pt x="1846" y="2690"/>
                  <a:pt x="1833" y="2690"/>
                </a:cubicBezTo>
                <a:cubicBezTo>
                  <a:pt x="1833" y="2690"/>
                  <a:pt x="1832" y="2690"/>
                  <a:pt x="1832" y="2690"/>
                </a:cubicBezTo>
                <a:cubicBezTo>
                  <a:pt x="1177" y="2428"/>
                  <a:pt x="696" y="1863"/>
                  <a:pt x="539" y="1179"/>
                </a:cubicBezTo>
                <a:lnTo>
                  <a:pt x="539" y="1178"/>
                </a:lnTo>
                <a:lnTo>
                  <a:pt x="513" y="1149"/>
                </a:lnTo>
                <a:cubicBezTo>
                  <a:pt x="496" y="1130"/>
                  <a:pt x="479" y="1111"/>
                  <a:pt x="462" y="1091"/>
                </a:cubicBezTo>
                <a:lnTo>
                  <a:pt x="462" y="1091"/>
                </a:lnTo>
                <a:lnTo>
                  <a:pt x="456" y="1086"/>
                </a:lnTo>
                <a:lnTo>
                  <a:pt x="454" y="1086"/>
                </a:lnTo>
                <a:cubicBezTo>
                  <a:pt x="452" y="1083"/>
                  <a:pt x="451" y="1078"/>
                  <a:pt x="451" y="1072"/>
                </a:cubicBezTo>
                <a:lnTo>
                  <a:pt x="452" y="1067"/>
                </a:lnTo>
                <a:lnTo>
                  <a:pt x="0" y="939"/>
                </a:lnTo>
                <a:lnTo>
                  <a:pt x="0" y="938"/>
                </a:lnTo>
                <a:lnTo>
                  <a:pt x="0" y="870"/>
                </a:lnTo>
                <a:lnTo>
                  <a:pt x="0" y="868"/>
                </a:lnTo>
                <a:lnTo>
                  <a:pt x="0" y="867"/>
                </a:lnTo>
                <a:lnTo>
                  <a:pt x="0" y="804"/>
                </a:lnTo>
                <a:lnTo>
                  <a:pt x="2" y="804"/>
                </a:lnTo>
                <a:cubicBezTo>
                  <a:pt x="154" y="804"/>
                  <a:pt x="313" y="762"/>
                  <a:pt x="453" y="734"/>
                </a:cubicBezTo>
                <a:cubicBezTo>
                  <a:pt x="641" y="696"/>
                  <a:pt x="825" y="649"/>
                  <a:pt x="1008" y="594"/>
                </a:cubicBezTo>
                <a:cubicBezTo>
                  <a:pt x="1008" y="594"/>
                  <a:pt x="1009" y="594"/>
                  <a:pt x="1009" y="594"/>
                </a:cubicBezTo>
                <a:cubicBezTo>
                  <a:pt x="1022" y="594"/>
                  <a:pt x="1015" y="656"/>
                  <a:pt x="998" y="661"/>
                </a:cubicBezTo>
                <a:cubicBezTo>
                  <a:pt x="795" y="722"/>
                  <a:pt x="588" y="774"/>
                  <a:pt x="379" y="813"/>
                </a:cubicBezTo>
                <a:cubicBezTo>
                  <a:pt x="283" y="832"/>
                  <a:pt x="182" y="855"/>
                  <a:pt x="81" y="865"/>
                </a:cubicBezTo>
                <a:lnTo>
                  <a:pt x="11" y="869"/>
                </a:lnTo>
                <a:lnTo>
                  <a:pt x="71" y="883"/>
                </a:lnTo>
                <a:cubicBezTo>
                  <a:pt x="144" y="897"/>
                  <a:pt x="216" y="903"/>
                  <a:pt x="289" y="903"/>
                </a:cubicBezTo>
                <a:cubicBezTo>
                  <a:pt x="733" y="903"/>
                  <a:pt x="1168" y="674"/>
                  <a:pt x="1592" y="508"/>
                </a:cubicBezTo>
                <a:cubicBezTo>
                  <a:pt x="1351" y="497"/>
                  <a:pt x="1120" y="417"/>
                  <a:pt x="876" y="388"/>
                </a:cubicBezTo>
                <a:cubicBezTo>
                  <a:pt x="831" y="383"/>
                  <a:pt x="787" y="381"/>
                  <a:pt x="743" y="381"/>
                </a:cubicBezTo>
                <a:cubicBezTo>
                  <a:pt x="480" y="381"/>
                  <a:pt x="234" y="472"/>
                  <a:pt x="35" y="634"/>
                </a:cubicBezTo>
                <a:lnTo>
                  <a:pt x="0" y="666"/>
                </a:lnTo>
                <a:lnTo>
                  <a:pt x="0" y="601"/>
                </a:lnTo>
                <a:lnTo>
                  <a:pt x="183" y="466"/>
                </a:lnTo>
                <a:cubicBezTo>
                  <a:pt x="322" y="384"/>
                  <a:pt x="479" y="331"/>
                  <a:pt x="646" y="316"/>
                </a:cubicBezTo>
                <a:cubicBezTo>
                  <a:pt x="677" y="313"/>
                  <a:pt x="709" y="312"/>
                  <a:pt x="740" y="312"/>
                </a:cubicBezTo>
                <a:close/>
                <a:moveTo>
                  <a:pt x="0" y="1971"/>
                </a:moveTo>
                <a:lnTo>
                  <a:pt x="49" y="2262"/>
                </a:lnTo>
                <a:cubicBezTo>
                  <a:pt x="55" y="2369"/>
                  <a:pt x="49" y="2479"/>
                  <a:pt x="31" y="2592"/>
                </a:cubicBezTo>
                <a:cubicBezTo>
                  <a:pt x="31" y="2597"/>
                  <a:pt x="24" y="2632"/>
                  <a:pt x="13" y="2632"/>
                </a:cubicBezTo>
                <a:cubicBezTo>
                  <a:pt x="12" y="2632"/>
                  <a:pt x="11" y="2631"/>
                  <a:pt x="9" y="2630"/>
                </a:cubicBezTo>
                <a:lnTo>
                  <a:pt x="0" y="2622"/>
                </a:lnTo>
                <a:lnTo>
                  <a:pt x="0" y="2528"/>
                </a:lnTo>
                <a:lnTo>
                  <a:pt x="18" y="2536"/>
                </a:lnTo>
                <a:cubicBezTo>
                  <a:pt x="29" y="2448"/>
                  <a:pt x="31" y="2359"/>
                  <a:pt x="23" y="2270"/>
                </a:cubicBezTo>
                <a:lnTo>
                  <a:pt x="0" y="2147"/>
                </a:lnTo>
                <a:lnTo>
                  <a:pt x="0" y="1971"/>
                </a:lnTo>
                <a:close/>
                <a:moveTo>
                  <a:pt x="0" y="0"/>
                </a:moveTo>
                <a:lnTo>
                  <a:pt x="127" y="23"/>
                </a:lnTo>
                <a:cubicBezTo>
                  <a:pt x="224" y="44"/>
                  <a:pt x="320" y="73"/>
                  <a:pt x="417" y="104"/>
                </a:cubicBezTo>
                <a:cubicBezTo>
                  <a:pt x="432" y="110"/>
                  <a:pt x="417" y="168"/>
                  <a:pt x="404" y="172"/>
                </a:cubicBezTo>
                <a:cubicBezTo>
                  <a:pt x="331" y="199"/>
                  <a:pt x="261" y="230"/>
                  <a:pt x="192" y="263"/>
                </a:cubicBezTo>
                <a:lnTo>
                  <a:pt x="0" y="361"/>
                </a:lnTo>
                <a:lnTo>
                  <a:pt x="0" y="295"/>
                </a:lnTo>
                <a:lnTo>
                  <a:pt x="312" y="146"/>
                </a:lnTo>
                <a:cubicBezTo>
                  <a:pt x="230" y="121"/>
                  <a:pt x="149" y="98"/>
                  <a:pt x="68" y="83"/>
                </a:cubicBez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90" name="任意多边形: 形状 189"/>
          <p:cNvSpPr/>
          <p:nvPr>
            <p:custDataLst>
              <p:tags r:id="rId10"/>
            </p:custDataLst>
          </p:nvPr>
        </p:nvSpPr>
        <p:spPr>
          <a:xfrm>
            <a:off x="5683250" y="5012055"/>
            <a:ext cx="4091941" cy="1845945"/>
          </a:xfrm>
          <a:custGeom>
            <a:avLst/>
            <a:gdLst>
              <a:gd name="connsiteX0" fmla="*/ 405611 w 1225897"/>
              <a:gd name="connsiteY0" fmla="*/ 64598 h 386775"/>
              <a:gd name="connsiteX1" fmla="*/ 263183 w 1225897"/>
              <a:gd name="connsiteY1" fmla="*/ 93995 h 386775"/>
              <a:gd name="connsiteX2" fmla="*/ 77067 w 1225897"/>
              <a:gd name="connsiteY2" fmla="*/ 174071 h 386775"/>
              <a:gd name="connsiteX3" fmla="*/ 538489 w 1225897"/>
              <a:gd name="connsiteY3" fmla="*/ 323550 h 386775"/>
              <a:gd name="connsiteX4" fmla="*/ 1083357 w 1225897"/>
              <a:gd name="connsiteY4" fmla="*/ 227496 h 386775"/>
              <a:gd name="connsiteX5" fmla="*/ 571193 w 1225897"/>
              <a:gd name="connsiteY5" fmla="*/ 82760 h 386775"/>
              <a:gd name="connsiteX6" fmla="*/ 405611 w 1225897"/>
              <a:gd name="connsiteY6" fmla="*/ 64598 h 386775"/>
              <a:gd name="connsiteX7" fmla="*/ 393565 w 1225897"/>
              <a:gd name="connsiteY7" fmla="*/ 0 h 386775"/>
              <a:gd name="connsiteX8" fmla="*/ 574626 w 1225897"/>
              <a:gd name="connsiteY8" fmla="*/ 20472 h 386775"/>
              <a:gd name="connsiteX9" fmla="*/ 1167365 w 1225897"/>
              <a:gd name="connsiteY9" fmla="*/ 199348 h 386775"/>
              <a:gd name="connsiteX10" fmla="*/ 1193205 w 1225897"/>
              <a:gd name="connsiteY10" fmla="*/ 190048 h 386775"/>
              <a:gd name="connsiteX11" fmla="*/ 1200070 w 1225897"/>
              <a:gd name="connsiteY11" fmla="*/ 188863 h 386775"/>
              <a:gd name="connsiteX12" fmla="*/ 1221353 w 1225897"/>
              <a:gd name="connsiteY12" fmla="*/ 243162 h 386775"/>
              <a:gd name="connsiteX13" fmla="*/ 1201755 w 1225897"/>
              <a:gd name="connsiteY13" fmla="*/ 277989 h 386775"/>
              <a:gd name="connsiteX14" fmla="*/ 1192393 w 1225897"/>
              <a:gd name="connsiteY14" fmla="*/ 275679 h 386775"/>
              <a:gd name="connsiteX15" fmla="*/ 1169862 w 1225897"/>
              <a:gd name="connsiteY15" fmla="*/ 265194 h 386775"/>
              <a:gd name="connsiteX16" fmla="*/ 542545 w 1225897"/>
              <a:gd name="connsiteY16" fmla="*/ 386775 h 386775"/>
              <a:gd name="connsiteX17" fmla="*/ 9660 w 1225897"/>
              <a:gd name="connsiteY17" fmla="*/ 179688 h 386775"/>
              <a:gd name="connsiteX18" fmla="*/ 18336 w 1225897"/>
              <a:gd name="connsiteY18" fmla="*/ 123454 h 386775"/>
              <a:gd name="connsiteX19" fmla="*/ 309869 w 1225897"/>
              <a:gd name="connsiteY19" fmla="*/ 9237 h 386775"/>
              <a:gd name="connsiteX20" fmla="*/ 393565 w 1225897"/>
              <a:gd name="connsiteY20" fmla="*/ 0 h 38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444" h="2907">
                <a:moveTo>
                  <a:pt x="4743" y="2234"/>
                </a:moveTo>
                <a:cubicBezTo>
                  <a:pt x="4563" y="2365"/>
                  <a:pt x="4528" y="2581"/>
                  <a:pt x="4520" y="2795"/>
                </a:cubicBezTo>
                <a:cubicBezTo>
                  <a:pt x="4649" y="2666"/>
                  <a:pt x="4855" y="2409"/>
                  <a:pt x="4743" y="2234"/>
                </a:cubicBezTo>
                <a:close/>
                <a:moveTo>
                  <a:pt x="3868" y="2012"/>
                </a:moveTo>
                <a:cubicBezTo>
                  <a:pt x="3804" y="2039"/>
                  <a:pt x="3742" y="2072"/>
                  <a:pt x="3683" y="2110"/>
                </a:cubicBezTo>
                <a:cubicBezTo>
                  <a:pt x="3654" y="2129"/>
                  <a:pt x="3498" y="2234"/>
                  <a:pt x="3459" y="2296"/>
                </a:cubicBezTo>
                <a:cubicBezTo>
                  <a:pt x="3616" y="2247"/>
                  <a:pt x="3798" y="2163"/>
                  <a:pt x="3868" y="2012"/>
                </a:cubicBezTo>
                <a:close/>
                <a:moveTo>
                  <a:pt x="3231" y="1757"/>
                </a:moveTo>
                <a:cubicBezTo>
                  <a:pt x="3152" y="1808"/>
                  <a:pt x="3074" y="1861"/>
                  <a:pt x="3003" y="1922"/>
                </a:cubicBezTo>
                <a:cubicBezTo>
                  <a:pt x="2916" y="1997"/>
                  <a:pt x="2848" y="2094"/>
                  <a:pt x="2749" y="2154"/>
                </a:cubicBezTo>
                <a:cubicBezTo>
                  <a:pt x="2568" y="2266"/>
                  <a:pt x="2238" y="2380"/>
                  <a:pt x="2131" y="2595"/>
                </a:cubicBezTo>
                <a:cubicBezTo>
                  <a:pt x="2221" y="2563"/>
                  <a:pt x="2301" y="2490"/>
                  <a:pt x="2388" y="2454"/>
                </a:cubicBezTo>
                <a:cubicBezTo>
                  <a:pt x="2508" y="2405"/>
                  <a:pt x="2638" y="2382"/>
                  <a:pt x="2760" y="2337"/>
                </a:cubicBezTo>
                <a:cubicBezTo>
                  <a:pt x="3029" y="2235"/>
                  <a:pt x="3148" y="2008"/>
                  <a:pt x="3231" y="1757"/>
                </a:cubicBezTo>
                <a:close/>
                <a:moveTo>
                  <a:pt x="4267" y="1615"/>
                </a:moveTo>
                <a:cubicBezTo>
                  <a:pt x="4313" y="1813"/>
                  <a:pt x="4503" y="1992"/>
                  <a:pt x="4682" y="2093"/>
                </a:cubicBezTo>
                <a:cubicBezTo>
                  <a:pt x="4591" y="1901"/>
                  <a:pt x="4430" y="1753"/>
                  <a:pt x="4267" y="1615"/>
                </a:cubicBezTo>
                <a:close/>
                <a:moveTo>
                  <a:pt x="2040" y="1581"/>
                </a:moveTo>
                <a:lnTo>
                  <a:pt x="2039" y="1583"/>
                </a:lnTo>
                <a:cubicBezTo>
                  <a:pt x="2037" y="1586"/>
                  <a:pt x="2035" y="1588"/>
                  <a:pt x="2032" y="1588"/>
                </a:cubicBezTo>
                <a:cubicBezTo>
                  <a:pt x="2021" y="1589"/>
                  <a:pt x="2010" y="1589"/>
                  <a:pt x="1999" y="1589"/>
                </a:cubicBezTo>
                <a:lnTo>
                  <a:pt x="1989" y="1589"/>
                </a:lnTo>
                <a:lnTo>
                  <a:pt x="1974" y="1594"/>
                </a:lnTo>
                <a:cubicBezTo>
                  <a:pt x="1662" y="1710"/>
                  <a:pt x="1308" y="2005"/>
                  <a:pt x="1270" y="2336"/>
                </a:cubicBezTo>
                <a:cubicBezTo>
                  <a:pt x="1345" y="2226"/>
                  <a:pt x="1458" y="2157"/>
                  <a:pt x="1585" y="2101"/>
                </a:cubicBezTo>
                <a:cubicBezTo>
                  <a:pt x="1751" y="2027"/>
                  <a:pt x="2199" y="1856"/>
                  <a:pt x="2043" y="1587"/>
                </a:cubicBezTo>
                <a:lnTo>
                  <a:pt x="2040" y="1581"/>
                </a:lnTo>
                <a:close/>
                <a:moveTo>
                  <a:pt x="639" y="1282"/>
                </a:moveTo>
                <a:cubicBezTo>
                  <a:pt x="562" y="1282"/>
                  <a:pt x="487" y="1293"/>
                  <a:pt x="415" y="1328"/>
                </a:cubicBezTo>
                <a:cubicBezTo>
                  <a:pt x="312" y="1376"/>
                  <a:pt x="226" y="1424"/>
                  <a:pt x="121" y="1454"/>
                </a:cubicBezTo>
                <a:cubicBezTo>
                  <a:pt x="312" y="1627"/>
                  <a:pt x="573" y="1689"/>
                  <a:pt x="848" y="1689"/>
                </a:cubicBezTo>
                <a:cubicBezTo>
                  <a:pt x="1141" y="1689"/>
                  <a:pt x="1451" y="1619"/>
                  <a:pt x="1706" y="1538"/>
                </a:cubicBezTo>
                <a:cubicBezTo>
                  <a:pt x="1447" y="1431"/>
                  <a:pt x="1176" y="1355"/>
                  <a:pt x="900" y="1310"/>
                </a:cubicBezTo>
                <a:cubicBezTo>
                  <a:pt x="813" y="1297"/>
                  <a:pt x="725" y="1282"/>
                  <a:pt x="639" y="1282"/>
                </a:cubicBezTo>
                <a:close/>
                <a:moveTo>
                  <a:pt x="4630" y="1115"/>
                </a:moveTo>
                <a:cubicBezTo>
                  <a:pt x="4790" y="1408"/>
                  <a:pt x="4942" y="1721"/>
                  <a:pt x="5147" y="1981"/>
                </a:cubicBezTo>
                <a:cubicBezTo>
                  <a:pt x="5275" y="2143"/>
                  <a:pt x="5444" y="2255"/>
                  <a:pt x="5649" y="2284"/>
                </a:cubicBezTo>
                <a:cubicBezTo>
                  <a:pt x="5687" y="2290"/>
                  <a:pt x="5728" y="2294"/>
                  <a:pt x="5769" y="2294"/>
                </a:cubicBezTo>
                <a:cubicBezTo>
                  <a:pt x="5880" y="2294"/>
                  <a:pt x="5995" y="2269"/>
                  <a:pt x="6077" y="2201"/>
                </a:cubicBezTo>
                <a:cubicBezTo>
                  <a:pt x="5562" y="1884"/>
                  <a:pt x="5231" y="1274"/>
                  <a:pt x="4630" y="1115"/>
                </a:cubicBezTo>
                <a:close/>
                <a:moveTo>
                  <a:pt x="4000" y="1099"/>
                </a:moveTo>
                <a:cubicBezTo>
                  <a:pt x="3918" y="1299"/>
                  <a:pt x="3896" y="1518"/>
                  <a:pt x="3932" y="1729"/>
                </a:cubicBezTo>
                <a:cubicBezTo>
                  <a:pt x="3996" y="1522"/>
                  <a:pt x="4060" y="1307"/>
                  <a:pt x="4000" y="1099"/>
                </a:cubicBezTo>
                <a:close/>
                <a:moveTo>
                  <a:pt x="5990" y="738"/>
                </a:moveTo>
                <a:cubicBezTo>
                  <a:pt x="5970" y="932"/>
                  <a:pt x="5930" y="1122"/>
                  <a:pt x="5907" y="1315"/>
                </a:cubicBezTo>
                <a:cubicBezTo>
                  <a:pt x="5883" y="1501"/>
                  <a:pt x="5856" y="2050"/>
                  <a:pt x="6128" y="2088"/>
                </a:cubicBezTo>
                <a:cubicBezTo>
                  <a:pt x="6180" y="2042"/>
                  <a:pt x="6251" y="2045"/>
                  <a:pt x="6314" y="2000"/>
                </a:cubicBezTo>
                <a:cubicBezTo>
                  <a:pt x="6412" y="1928"/>
                  <a:pt x="6399" y="1680"/>
                  <a:pt x="6388" y="1578"/>
                </a:cubicBezTo>
                <a:cubicBezTo>
                  <a:pt x="6377" y="1478"/>
                  <a:pt x="6352" y="1380"/>
                  <a:pt x="6313" y="1286"/>
                </a:cubicBezTo>
                <a:cubicBezTo>
                  <a:pt x="6231" y="1089"/>
                  <a:pt x="6068" y="935"/>
                  <a:pt x="5990" y="738"/>
                </a:cubicBezTo>
                <a:close/>
                <a:moveTo>
                  <a:pt x="3096" y="570"/>
                </a:moveTo>
                <a:cubicBezTo>
                  <a:pt x="3113" y="670"/>
                  <a:pt x="3136" y="770"/>
                  <a:pt x="3172" y="865"/>
                </a:cubicBezTo>
                <a:cubicBezTo>
                  <a:pt x="3225" y="1004"/>
                  <a:pt x="3319" y="1108"/>
                  <a:pt x="3395" y="1232"/>
                </a:cubicBezTo>
                <a:cubicBezTo>
                  <a:pt x="3537" y="1464"/>
                  <a:pt x="3659" y="1661"/>
                  <a:pt x="3872" y="1811"/>
                </a:cubicBezTo>
                <a:cubicBezTo>
                  <a:pt x="3815" y="1532"/>
                  <a:pt x="3710" y="1262"/>
                  <a:pt x="3552" y="1023"/>
                </a:cubicBezTo>
                <a:cubicBezTo>
                  <a:pt x="3431" y="842"/>
                  <a:pt x="3236" y="731"/>
                  <a:pt x="3096" y="570"/>
                </a:cubicBezTo>
                <a:close/>
                <a:moveTo>
                  <a:pt x="1185" y="230"/>
                </a:moveTo>
                <a:cubicBezTo>
                  <a:pt x="1249" y="409"/>
                  <a:pt x="1247" y="601"/>
                  <a:pt x="1297" y="790"/>
                </a:cubicBezTo>
                <a:cubicBezTo>
                  <a:pt x="1369" y="1059"/>
                  <a:pt x="1588" y="1405"/>
                  <a:pt x="1880" y="1475"/>
                </a:cubicBezTo>
                <a:lnTo>
                  <a:pt x="1890" y="1477"/>
                </a:lnTo>
                <a:lnTo>
                  <a:pt x="1890" y="1477"/>
                </a:lnTo>
                <a:cubicBezTo>
                  <a:pt x="1895" y="1477"/>
                  <a:pt x="1899" y="1478"/>
                  <a:pt x="1902" y="1480"/>
                </a:cubicBezTo>
                <a:lnTo>
                  <a:pt x="1902" y="1480"/>
                </a:lnTo>
                <a:lnTo>
                  <a:pt x="1910" y="1482"/>
                </a:lnTo>
                <a:lnTo>
                  <a:pt x="1919" y="1483"/>
                </a:lnTo>
                <a:lnTo>
                  <a:pt x="1942" y="1476"/>
                </a:lnTo>
                <a:lnTo>
                  <a:pt x="1956" y="1472"/>
                </a:lnTo>
                <a:lnTo>
                  <a:pt x="1955" y="1463"/>
                </a:lnTo>
                <a:cubicBezTo>
                  <a:pt x="1924" y="949"/>
                  <a:pt x="1625" y="489"/>
                  <a:pt x="1185" y="230"/>
                </a:cubicBezTo>
                <a:close/>
                <a:moveTo>
                  <a:pt x="1925" y="114"/>
                </a:moveTo>
                <a:cubicBezTo>
                  <a:pt x="1963" y="431"/>
                  <a:pt x="2055" y="696"/>
                  <a:pt x="2234" y="970"/>
                </a:cubicBezTo>
                <a:cubicBezTo>
                  <a:pt x="2383" y="1199"/>
                  <a:pt x="2559" y="1419"/>
                  <a:pt x="2821" y="1506"/>
                </a:cubicBezTo>
                <a:cubicBezTo>
                  <a:pt x="2812" y="1199"/>
                  <a:pt x="2737" y="886"/>
                  <a:pt x="2577" y="623"/>
                </a:cubicBezTo>
                <a:cubicBezTo>
                  <a:pt x="2427" y="375"/>
                  <a:pt x="2178" y="239"/>
                  <a:pt x="1925" y="114"/>
                </a:cubicBezTo>
                <a:close/>
                <a:moveTo>
                  <a:pt x="1889" y="0"/>
                </a:moveTo>
                <a:cubicBezTo>
                  <a:pt x="1890" y="0"/>
                  <a:pt x="1892" y="0"/>
                  <a:pt x="1894" y="1"/>
                </a:cubicBezTo>
                <a:cubicBezTo>
                  <a:pt x="2204" y="154"/>
                  <a:pt x="2484" y="318"/>
                  <a:pt x="2647" y="634"/>
                </a:cubicBezTo>
                <a:cubicBezTo>
                  <a:pt x="2787" y="909"/>
                  <a:pt x="2857" y="1213"/>
                  <a:pt x="2867" y="1520"/>
                </a:cubicBezTo>
                <a:cubicBezTo>
                  <a:pt x="2869" y="1520"/>
                  <a:pt x="2870" y="1521"/>
                  <a:pt x="2872" y="1521"/>
                </a:cubicBezTo>
                <a:lnTo>
                  <a:pt x="2873" y="1520"/>
                </a:lnTo>
                <a:cubicBezTo>
                  <a:pt x="2886" y="1523"/>
                  <a:pt x="2894" y="1548"/>
                  <a:pt x="2896" y="1572"/>
                </a:cubicBezTo>
                <a:lnTo>
                  <a:pt x="2896" y="1579"/>
                </a:lnTo>
                <a:lnTo>
                  <a:pt x="2912" y="1581"/>
                </a:lnTo>
                <a:cubicBezTo>
                  <a:pt x="3025" y="1596"/>
                  <a:pt x="3137" y="1595"/>
                  <a:pt x="3253" y="1604"/>
                </a:cubicBezTo>
                <a:lnTo>
                  <a:pt x="3280" y="1607"/>
                </a:lnTo>
                <a:lnTo>
                  <a:pt x="3282" y="1605"/>
                </a:lnTo>
                <a:cubicBezTo>
                  <a:pt x="3283" y="1605"/>
                  <a:pt x="3284" y="1605"/>
                  <a:pt x="3285" y="1605"/>
                </a:cubicBezTo>
                <a:cubicBezTo>
                  <a:pt x="3287" y="1605"/>
                  <a:pt x="3289" y="1605"/>
                  <a:pt x="3291" y="1606"/>
                </a:cubicBezTo>
                <a:lnTo>
                  <a:pt x="3292" y="1608"/>
                </a:lnTo>
                <a:lnTo>
                  <a:pt x="3292" y="1608"/>
                </a:lnTo>
                <a:lnTo>
                  <a:pt x="3297" y="1605"/>
                </a:lnTo>
                <a:lnTo>
                  <a:pt x="3297" y="1603"/>
                </a:lnTo>
                <a:cubicBezTo>
                  <a:pt x="3300" y="1602"/>
                  <a:pt x="3303" y="1601"/>
                  <a:pt x="3305" y="1601"/>
                </a:cubicBezTo>
                <a:cubicBezTo>
                  <a:pt x="3310" y="1601"/>
                  <a:pt x="3315" y="1604"/>
                  <a:pt x="3319" y="1609"/>
                </a:cubicBezTo>
                <a:lnTo>
                  <a:pt x="3321" y="1612"/>
                </a:lnTo>
                <a:lnTo>
                  <a:pt x="3339" y="1615"/>
                </a:lnTo>
                <a:cubicBezTo>
                  <a:pt x="3453" y="1637"/>
                  <a:pt x="3534" y="1691"/>
                  <a:pt x="3632" y="1763"/>
                </a:cubicBezTo>
                <a:cubicBezTo>
                  <a:pt x="3668" y="1789"/>
                  <a:pt x="3706" y="1810"/>
                  <a:pt x="3744" y="1828"/>
                </a:cubicBezTo>
                <a:lnTo>
                  <a:pt x="3761" y="1835"/>
                </a:lnTo>
                <a:lnTo>
                  <a:pt x="3747" y="1824"/>
                </a:lnTo>
                <a:cubicBezTo>
                  <a:pt x="3580" y="1678"/>
                  <a:pt x="3468" y="1498"/>
                  <a:pt x="3342" y="1290"/>
                </a:cubicBezTo>
                <a:cubicBezTo>
                  <a:pt x="3260" y="1158"/>
                  <a:pt x="3164" y="1049"/>
                  <a:pt x="3108" y="901"/>
                </a:cubicBezTo>
                <a:cubicBezTo>
                  <a:pt x="3052" y="749"/>
                  <a:pt x="3026" y="586"/>
                  <a:pt x="3001" y="425"/>
                </a:cubicBezTo>
                <a:cubicBezTo>
                  <a:pt x="2998" y="398"/>
                  <a:pt x="3016" y="371"/>
                  <a:pt x="3036" y="371"/>
                </a:cubicBezTo>
                <a:cubicBezTo>
                  <a:pt x="3045" y="371"/>
                  <a:pt x="3055" y="377"/>
                  <a:pt x="3063" y="391"/>
                </a:cubicBezTo>
                <a:cubicBezTo>
                  <a:pt x="3146" y="539"/>
                  <a:pt x="3289" y="627"/>
                  <a:pt x="3413" y="737"/>
                </a:cubicBezTo>
                <a:cubicBezTo>
                  <a:pt x="3515" y="830"/>
                  <a:pt x="3594" y="940"/>
                  <a:pt x="3663" y="1059"/>
                </a:cubicBezTo>
                <a:cubicBezTo>
                  <a:pt x="3735" y="1184"/>
                  <a:pt x="3795" y="1314"/>
                  <a:pt x="3843" y="1448"/>
                </a:cubicBezTo>
                <a:lnTo>
                  <a:pt x="3851" y="1471"/>
                </a:lnTo>
                <a:lnTo>
                  <a:pt x="3851" y="1463"/>
                </a:lnTo>
                <a:cubicBezTo>
                  <a:pt x="3859" y="1295"/>
                  <a:pt x="3900" y="1128"/>
                  <a:pt x="3972" y="972"/>
                </a:cubicBezTo>
                <a:cubicBezTo>
                  <a:pt x="3978" y="961"/>
                  <a:pt x="3987" y="956"/>
                  <a:pt x="3996" y="956"/>
                </a:cubicBezTo>
                <a:cubicBezTo>
                  <a:pt x="4007" y="956"/>
                  <a:pt x="4018" y="963"/>
                  <a:pt x="4024" y="977"/>
                </a:cubicBezTo>
                <a:cubicBezTo>
                  <a:pt x="4154" y="1278"/>
                  <a:pt x="4049" y="1569"/>
                  <a:pt x="3964" y="1865"/>
                </a:cubicBezTo>
                <a:lnTo>
                  <a:pt x="3965" y="1870"/>
                </a:lnTo>
                <a:lnTo>
                  <a:pt x="3969" y="1873"/>
                </a:lnTo>
                <a:lnTo>
                  <a:pt x="3972" y="1872"/>
                </a:lnTo>
                <a:cubicBezTo>
                  <a:pt x="3974" y="1871"/>
                  <a:pt x="3975" y="1871"/>
                  <a:pt x="3977" y="1871"/>
                </a:cubicBezTo>
                <a:cubicBezTo>
                  <a:pt x="3985" y="1871"/>
                  <a:pt x="3991" y="1877"/>
                  <a:pt x="3996" y="1885"/>
                </a:cubicBezTo>
                <a:lnTo>
                  <a:pt x="3997" y="1888"/>
                </a:lnTo>
                <a:lnTo>
                  <a:pt x="3999" y="1889"/>
                </a:lnTo>
                <a:cubicBezTo>
                  <a:pt x="4007" y="1893"/>
                  <a:pt x="4013" y="1901"/>
                  <a:pt x="4017" y="1911"/>
                </a:cubicBezTo>
                <a:lnTo>
                  <a:pt x="4018" y="1916"/>
                </a:lnTo>
                <a:lnTo>
                  <a:pt x="4037" y="1921"/>
                </a:lnTo>
                <a:cubicBezTo>
                  <a:pt x="4084" y="1935"/>
                  <a:pt x="4130" y="1949"/>
                  <a:pt x="4177" y="1969"/>
                </a:cubicBezTo>
                <a:cubicBezTo>
                  <a:pt x="4299" y="2020"/>
                  <a:pt x="4415" y="2071"/>
                  <a:pt x="4539" y="2108"/>
                </a:cubicBezTo>
                <a:lnTo>
                  <a:pt x="4558" y="2113"/>
                </a:lnTo>
                <a:lnTo>
                  <a:pt x="4547" y="2106"/>
                </a:lnTo>
                <a:cubicBezTo>
                  <a:pt x="4357" y="1962"/>
                  <a:pt x="4205" y="1753"/>
                  <a:pt x="4198" y="1519"/>
                </a:cubicBezTo>
                <a:cubicBezTo>
                  <a:pt x="4198" y="1504"/>
                  <a:pt x="4207" y="1478"/>
                  <a:pt x="4223" y="1478"/>
                </a:cubicBezTo>
                <a:cubicBezTo>
                  <a:pt x="4227" y="1478"/>
                  <a:pt x="4231" y="1480"/>
                  <a:pt x="4236" y="1484"/>
                </a:cubicBezTo>
                <a:cubicBezTo>
                  <a:pt x="4443" y="1659"/>
                  <a:pt x="4649" y="1843"/>
                  <a:pt x="4751" y="2098"/>
                </a:cubicBezTo>
                <a:lnTo>
                  <a:pt x="4757" y="2116"/>
                </a:lnTo>
                <a:lnTo>
                  <a:pt x="4759" y="2116"/>
                </a:lnTo>
                <a:cubicBezTo>
                  <a:pt x="4770" y="2119"/>
                  <a:pt x="4778" y="2139"/>
                  <a:pt x="4782" y="2159"/>
                </a:cubicBezTo>
                <a:lnTo>
                  <a:pt x="4783" y="2163"/>
                </a:lnTo>
                <a:lnTo>
                  <a:pt x="4804" y="2167"/>
                </a:lnTo>
                <a:cubicBezTo>
                  <a:pt x="4941" y="2193"/>
                  <a:pt x="5079" y="2216"/>
                  <a:pt x="5217" y="2239"/>
                </a:cubicBezTo>
                <a:lnTo>
                  <a:pt x="5329" y="2256"/>
                </a:lnTo>
                <a:lnTo>
                  <a:pt x="5317" y="2249"/>
                </a:lnTo>
                <a:cubicBezTo>
                  <a:pt x="5301" y="2237"/>
                  <a:pt x="5285" y="2226"/>
                  <a:pt x="5271" y="2214"/>
                </a:cubicBezTo>
                <a:cubicBezTo>
                  <a:pt x="5119" y="2087"/>
                  <a:pt x="5019" y="1913"/>
                  <a:pt x="4922" y="1744"/>
                </a:cubicBezTo>
                <a:lnTo>
                  <a:pt x="4547" y="1088"/>
                </a:lnTo>
                <a:cubicBezTo>
                  <a:pt x="4538" y="1073"/>
                  <a:pt x="4522" y="1002"/>
                  <a:pt x="4555" y="1002"/>
                </a:cubicBezTo>
                <a:cubicBezTo>
                  <a:pt x="4557" y="1002"/>
                  <a:pt x="4559" y="1002"/>
                  <a:pt x="4561" y="1003"/>
                </a:cubicBezTo>
                <a:cubicBezTo>
                  <a:pt x="5148" y="1118"/>
                  <a:pt x="5476" y="1657"/>
                  <a:pt x="5930" y="2002"/>
                </a:cubicBezTo>
                <a:lnTo>
                  <a:pt x="5942" y="2011"/>
                </a:lnTo>
                <a:lnTo>
                  <a:pt x="5940" y="2008"/>
                </a:lnTo>
                <a:cubicBezTo>
                  <a:pt x="5887" y="1896"/>
                  <a:pt x="5862" y="1756"/>
                  <a:pt x="5852" y="1665"/>
                </a:cubicBezTo>
                <a:cubicBezTo>
                  <a:pt x="5814" y="1305"/>
                  <a:pt x="5934" y="956"/>
                  <a:pt x="5953" y="601"/>
                </a:cubicBezTo>
                <a:cubicBezTo>
                  <a:pt x="5955" y="578"/>
                  <a:pt x="5965" y="564"/>
                  <a:pt x="5975" y="564"/>
                </a:cubicBezTo>
                <a:cubicBezTo>
                  <a:pt x="5984" y="564"/>
                  <a:pt x="5992" y="574"/>
                  <a:pt x="5997" y="595"/>
                </a:cubicBezTo>
                <a:cubicBezTo>
                  <a:pt x="6036" y="796"/>
                  <a:pt x="6196" y="940"/>
                  <a:pt x="6290" y="1117"/>
                </a:cubicBezTo>
                <a:cubicBezTo>
                  <a:pt x="6362" y="1249"/>
                  <a:pt x="6408" y="1394"/>
                  <a:pt x="6429" y="1542"/>
                </a:cubicBezTo>
                <a:cubicBezTo>
                  <a:pt x="6448" y="1682"/>
                  <a:pt x="6460" y="1883"/>
                  <a:pt x="6397" y="2015"/>
                </a:cubicBezTo>
                <a:cubicBezTo>
                  <a:pt x="6355" y="2105"/>
                  <a:pt x="6261" y="2111"/>
                  <a:pt x="6191" y="2152"/>
                </a:cubicBezTo>
                <a:cubicBezTo>
                  <a:pt x="6191" y="2154"/>
                  <a:pt x="6191" y="2157"/>
                  <a:pt x="6191" y="2159"/>
                </a:cubicBezTo>
                <a:lnTo>
                  <a:pt x="6191" y="2159"/>
                </a:lnTo>
                <a:lnTo>
                  <a:pt x="6191" y="2161"/>
                </a:lnTo>
                <a:cubicBezTo>
                  <a:pt x="6191" y="2171"/>
                  <a:pt x="6191" y="2179"/>
                  <a:pt x="6188" y="2185"/>
                </a:cubicBezTo>
                <a:cubicBezTo>
                  <a:pt x="6114" y="2339"/>
                  <a:pt x="5963" y="2398"/>
                  <a:pt x="5799" y="2398"/>
                </a:cubicBezTo>
                <a:cubicBezTo>
                  <a:pt x="5793" y="2398"/>
                  <a:pt x="5787" y="2398"/>
                  <a:pt x="5781" y="2398"/>
                </a:cubicBezTo>
                <a:lnTo>
                  <a:pt x="5778" y="2398"/>
                </a:lnTo>
                <a:lnTo>
                  <a:pt x="5778" y="2398"/>
                </a:lnTo>
                <a:cubicBezTo>
                  <a:pt x="5775" y="2400"/>
                  <a:pt x="5772" y="2401"/>
                  <a:pt x="5768" y="2401"/>
                </a:cubicBezTo>
                <a:cubicBezTo>
                  <a:pt x="5767" y="2401"/>
                  <a:pt x="5765" y="2401"/>
                  <a:pt x="5764" y="2401"/>
                </a:cubicBezTo>
                <a:lnTo>
                  <a:pt x="5754" y="2399"/>
                </a:lnTo>
                <a:lnTo>
                  <a:pt x="5754" y="2401"/>
                </a:lnTo>
                <a:cubicBezTo>
                  <a:pt x="5753" y="2412"/>
                  <a:pt x="5749" y="2421"/>
                  <a:pt x="5742" y="2421"/>
                </a:cubicBezTo>
                <a:cubicBezTo>
                  <a:pt x="5491" y="2444"/>
                  <a:pt x="5269" y="2546"/>
                  <a:pt x="5080" y="2697"/>
                </a:cubicBezTo>
                <a:lnTo>
                  <a:pt x="5078" y="2699"/>
                </a:lnTo>
                <a:lnTo>
                  <a:pt x="5079" y="2699"/>
                </a:lnTo>
                <a:cubicBezTo>
                  <a:pt x="5127" y="2722"/>
                  <a:pt x="5166" y="2752"/>
                  <a:pt x="5198" y="2787"/>
                </a:cubicBezTo>
                <a:lnTo>
                  <a:pt x="5200" y="2790"/>
                </a:lnTo>
                <a:lnTo>
                  <a:pt x="5202" y="2790"/>
                </a:lnTo>
                <a:cubicBezTo>
                  <a:pt x="5352" y="2746"/>
                  <a:pt x="5506" y="2725"/>
                  <a:pt x="5659" y="2725"/>
                </a:cubicBezTo>
                <a:cubicBezTo>
                  <a:pt x="5875" y="2725"/>
                  <a:pt x="6091" y="2768"/>
                  <a:pt x="6294" y="2853"/>
                </a:cubicBezTo>
                <a:cubicBezTo>
                  <a:pt x="6304" y="2857"/>
                  <a:pt x="6310" y="2877"/>
                  <a:pt x="6312" y="2898"/>
                </a:cubicBezTo>
                <a:lnTo>
                  <a:pt x="6312" y="2907"/>
                </a:lnTo>
                <a:lnTo>
                  <a:pt x="6185" y="2907"/>
                </a:lnTo>
                <a:lnTo>
                  <a:pt x="6090" y="2877"/>
                </a:lnTo>
                <a:cubicBezTo>
                  <a:pt x="5954" y="2842"/>
                  <a:pt x="5814" y="2823"/>
                  <a:pt x="5674" y="2823"/>
                </a:cubicBezTo>
                <a:cubicBezTo>
                  <a:pt x="5535" y="2823"/>
                  <a:pt x="5397" y="2841"/>
                  <a:pt x="5262" y="2876"/>
                </a:cubicBezTo>
                <a:lnTo>
                  <a:pt x="5255" y="2878"/>
                </a:lnTo>
                <a:lnTo>
                  <a:pt x="5267" y="2907"/>
                </a:lnTo>
                <a:lnTo>
                  <a:pt x="5248" y="2907"/>
                </a:lnTo>
                <a:lnTo>
                  <a:pt x="5212" y="2907"/>
                </a:lnTo>
                <a:lnTo>
                  <a:pt x="5198" y="2907"/>
                </a:lnTo>
                <a:lnTo>
                  <a:pt x="5193" y="2896"/>
                </a:lnTo>
                <a:lnTo>
                  <a:pt x="5186" y="2898"/>
                </a:lnTo>
                <a:cubicBezTo>
                  <a:pt x="5186" y="2898"/>
                  <a:pt x="5186" y="2898"/>
                  <a:pt x="5185" y="2898"/>
                </a:cubicBezTo>
                <a:cubicBezTo>
                  <a:pt x="5180" y="2898"/>
                  <a:pt x="5173" y="2885"/>
                  <a:pt x="5169" y="2868"/>
                </a:cubicBezTo>
                <a:lnTo>
                  <a:pt x="5168" y="2865"/>
                </a:lnTo>
                <a:lnTo>
                  <a:pt x="5165" y="2862"/>
                </a:lnTo>
                <a:cubicBezTo>
                  <a:pt x="5138" y="2833"/>
                  <a:pt x="5104" y="2809"/>
                  <a:pt x="5062" y="2790"/>
                </a:cubicBezTo>
                <a:cubicBezTo>
                  <a:pt x="5061" y="2796"/>
                  <a:pt x="5058" y="2801"/>
                  <a:pt x="5055" y="2804"/>
                </a:cubicBezTo>
                <a:cubicBezTo>
                  <a:pt x="5030" y="2827"/>
                  <a:pt x="5011" y="2852"/>
                  <a:pt x="4997" y="2878"/>
                </a:cubicBezTo>
                <a:lnTo>
                  <a:pt x="4986" y="2907"/>
                </a:lnTo>
                <a:lnTo>
                  <a:pt x="4920" y="2907"/>
                </a:lnTo>
                <a:lnTo>
                  <a:pt x="4940" y="2835"/>
                </a:lnTo>
                <a:cubicBezTo>
                  <a:pt x="4942" y="2830"/>
                  <a:pt x="4944" y="2826"/>
                  <a:pt x="4946" y="2822"/>
                </a:cubicBezTo>
                <a:lnTo>
                  <a:pt x="4948" y="2818"/>
                </a:lnTo>
                <a:lnTo>
                  <a:pt x="4864" y="2907"/>
                </a:lnTo>
                <a:lnTo>
                  <a:pt x="4790" y="2907"/>
                </a:lnTo>
                <a:lnTo>
                  <a:pt x="4839" y="2844"/>
                </a:lnTo>
                <a:cubicBezTo>
                  <a:pt x="5031" y="2618"/>
                  <a:pt x="5277" y="2443"/>
                  <a:pt x="5567" y="2373"/>
                </a:cubicBezTo>
                <a:lnTo>
                  <a:pt x="5580" y="2370"/>
                </a:lnTo>
                <a:lnTo>
                  <a:pt x="5497" y="2357"/>
                </a:lnTo>
                <a:cubicBezTo>
                  <a:pt x="5274" y="2321"/>
                  <a:pt x="5050" y="2286"/>
                  <a:pt x="4828" y="2246"/>
                </a:cubicBezTo>
                <a:lnTo>
                  <a:pt x="4802" y="2241"/>
                </a:lnTo>
                <a:lnTo>
                  <a:pt x="4807" y="2256"/>
                </a:lnTo>
                <a:cubicBezTo>
                  <a:pt x="4862" y="2460"/>
                  <a:pt x="4720" y="2697"/>
                  <a:pt x="4576" y="2855"/>
                </a:cubicBezTo>
                <a:lnTo>
                  <a:pt x="4525" y="2907"/>
                </a:lnTo>
                <a:lnTo>
                  <a:pt x="4486" y="2907"/>
                </a:lnTo>
                <a:lnTo>
                  <a:pt x="4482" y="2899"/>
                </a:lnTo>
                <a:cubicBezTo>
                  <a:pt x="4478" y="2884"/>
                  <a:pt x="4476" y="2869"/>
                  <a:pt x="4476" y="2865"/>
                </a:cubicBezTo>
                <a:cubicBezTo>
                  <a:pt x="4478" y="2637"/>
                  <a:pt x="4489" y="2382"/>
                  <a:pt x="4641" y="2210"/>
                </a:cubicBezTo>
                <a:lnTo>
                  <a:pt x="4642" y="2209"/>
                </a:lnTo>
                <a:lnTo>
                  <a:pt x="4633" y="2207"/>
                </a:lnTo>
                <a:cubicBezTo>
                  <a:pt x="4493" y="2174"/>
                  <a:pt x="4363" y="2125"/>
                  <a:pt x="4228" y="2067"/>
                </a:cubicBezTo>
                <a:cubicBezTo>
                  <a:pt x="4191" y="2050"/>
                  <a:pt x="4153" y="2037"/>
                  <a:pt x="4114" y="2025"/>
                </a:cubicBezTo>
                <a:lnTo>
                  <a:pt x="4114" y="2025"/>
                </a:lnTo>
                <a:lnTo>
                  <a:pt x="4121" y="2037"/>
                </a:lnTo>
                <a:cubicBezTo>
                  <a:pt x="4178" y="2126"/>
                  <a:pt x="4205" y="2230"/>
                  <a:pt x="4199" y="2353"/>
                </a:cubicBezTo>
                <a:cubicBezTo>
                  <a:pt x="4192" y="2501"/>
                  <a:pt x="4135" y="2649"/>
                  <a:pt x="4095" y="2796"/>
                </a:cubicBezTo>
                <a:lnTo>
                  <a:pt x="4076" y="2907"/>
                </a:lnTo>
                <a:lnTo>
                  <a:pt x="4005" y="2907"/>
                </a:lnTo>
                <a:lnTo>
                  <a:pt x="4008" y="2882"/>
                </a:lnTo>
                <a:cubicBezTo>
                  <a:pt x="4064" y="2576"/>
                  <a:pt x="4221" y="2267"/>
                  <a:pt x="4015" y="2033"/>
                </a:cubicBezTo>
                <a:cubicBezTo>
                  <a:pt x="3997" y="2211"/>
                  <a:pt x="3984" y="2341"/>
                  <a:pt x="3884" y="2511"/>
                </a:cubicBezTo>
                <a:cubicBezTo>
                  <a:pt x="3828" y="2608"/>
                  <a:pt x="3773" y="2707"/>
                  <a:pt x="3768" y="2815"/>
                </a:cubicBezTo>
                <a:lnTo>
                  <a:pt x="3779" y="2907"/>
                </a:lnTo>
                <a:lnTo>
                  <a:pt x="3711" y="2907"/>
                </a:lnTo>
                <a:lnTo>
                  <a:pt x="3695" y="2812"/>
                </a:lnTo>
                <a:cubicBezTo>
                  <a:pt x="3694" y="2695"/>
                  <a:pt x="3741" y="2593"/>
                  <a:pt x="3799" y="2493"/>
                </a:cubicBezTo>
                <a:cubicBezTo>
                  <a:pt x="3846" y="2409"/>
                  <a:pt x="3894" y="2335"/>
                  <a:pt x="3920" y="2241"/>
                </a:cubicBezTo>
                <a:cubicBezTo>
                  <a:pt x="3941" y="2163"/>
                  <a:pt x="3941" y="2085"/>
                  <a:pt x="3946" y="2005"/>
                </a:cubicBezTo>
                <a:lnTo>
                  <a:pt x="3947" y="1992"/>
                </a:lnTo>
                <a:lnTo>
                  <a:pt x="3947" y="1993"/>
                </a:lnTo>
                <a:cubicBezTo>
                  <a:pt x="3946" y="1993"/>
                  <a:pt x="3945" y="1994"/>
                  <a:pt x="3944" y="1994"/>
                </a:cubicBezTo>
                <a:lnTo>
                  <a:pt x="3942" y="1995"/>
                </a:lnTo>
                <a:lnTo>
                  <a:pt x="3940" y="2006"/>
                </a:lnTo>
                <a:cubicBezTo>
                  <a:pt x="3879" y="2229"/>
                  <a:pt x="3659" y="2342"/>
                  <a:pt x="3438" y="2406"/>
                </a:cubicBezTo>
                <a:cubicBezTo>
                  <a:pt x="3437" y="2406"/>
                  <a:pt x="3436" y="2406"/>
                  <a:pt x="3435" y="2406"/>
                </a:cubicBezTo>
                <a:cubicBezTo>
                  <a:pt x="3424" y="2406"/>
                  <a:pt x="3415" y="2391"/>
                  <a:pt x="3411" y="2384"/>
                </a:cubicBezTo>
                <a:cubicBezTo>
                  <a:pt x="3356" y="2264"/>
                  <a:pt x="3454" y="2177"/>
                  <a:pt x="3540" y="2103"/>
                </a:cubicBezTo>
                <a:cubicBezTo>
                  <a:pt x="3615" y="2039"/>
                  <a:pt x="3698" y="1985"/>
                  <a:pt x="3787" y="1942"/>
                </a:cubicBezTo>
                <a:lnTo>
                  <a:pt x="3802" y="1935"/>
                </a:lnTo>
                <a:lnTo>
                  <a:pt x="3797" y="1933"/>
                </a:lnTo>
                <a:cubicBezTo>
                  <a:pt x="3788" y="1930"/>
                  <a:pt x="3779" y="1926"/>
                  <a:pt x="3769" y="1922"/>
                </a:cubicBezTo>
                <a:cubicBezTo>
                  <a:pt x="3617" y="1858"/>
                  <a:pt x="3516" y="1726"/>
                  <a:pt x="3350" y="1691"/>
                </a:cubicBezTo>
                <a:lnTo>
                  <a:pt x="3331" y="1687"/>
                </a:lnTo>
                <a:lnTo>
                  <a:pt x="3330" y="1690"/>
                </a:lnTo>
                <a:cubicBezTo>
                  <a:pt x="3328" y="1694"/>
                  <a:pt x="3325" y="1697"/>
                  <a:pt x="3322" y="1699"/>
                </a:cubicBezTo>
                <a:cubicBezTo>
                  <a:pt x="3318" y="1701"/>
                  <a:pt x="3314" y="1704"/>
                  <a:pt x="3311" y="1706"/>
                </a:cubicBezTo>
                <a:cubicBezTo>
                  <a:pt x="3233" y="1975"/>
                  <a:pt x="3134" y="2262"/>
                  <a:pt x="2868" y="2395"/>
                </a:cubicBezTo>
                <a:cubicBezTo>
                  <a:pt x="2743" y="2460"/>
                  <a:pt x="2601" y="2484"/>
                  <a:pt x="2470" y="2529"/>
                </a:cubicBezTo>
                <a:cubicBezTo>
                  <a:pt x="2339" y="2574"/>
                  <a:pt x="2222" y="2695"/>
                  <a:pt x="2083" y="2709"/>
                </a:cubicBezTo>
                <a:cubicBezTo>
                  <a:pt x="2083" y="2709"/>
                  <a:pt x="2082" y="2709"/>
                  <a:pt x="2081" y="2709"/>
                </a:cubicBezTo>
                <a:cubicBezTo>
                  <a:pt x="2054" y="2709"/>
                  <a:pt x="2049" y="2654"/>
                  <a:pt x="2053" y="2637"/>
                </a:cubicBezTo>
                <a:cubicBezTo>
                  <a:pt x="2097" y="2398"/>
                  <a:pt x="2372" y="2237"/>
                  <a:pt x="2572" y="2135"/>
                </a:cubicBezTo>
                <a:cubicBezTo>
                  <a:pt x="2800" y="2017"/>
                  <a:pt x="2977" y="1835"/>
                  <a:pt x="3183" y="1683"/>
                </a:cubicBezTo>
                <a:lnTo>
                  <a:pt x="3195" y="1674"/>
                </a:lnTo>
                <a:lnTo>
                  <a:pt x="3192" y="1674"/>
                </a:lnTo>
                <a:cubicBezTo>
                  <a:pt x="3174" y="1674"/>
                  <a:pt x="3156" y="1674"/>
                  <a:pt x="3138" y="1674"/>
                </a:cubicBezTo>
                <a:cubicBezTo>
                  <a:pt x="3123" y="1674"/>
                  <a:pt x="3107" y="1674"/>
                  <a:pt x="3091" y="1674"/>
                </a:cubicBezTo>
                <a:cubicBezTo>
                  <a:pt x="3021" y="1674"/>
                  <a:pt x="2951" y="1672"/>
                  <a:pt x="2882" y="1658"/>
                </a:cubicBezTo>
                <a:cubicBezTo>
                  <a:pt x="2726" y="1626"/>
                  <a:pt x="2583" y="1549"/>
                  <a:pt x="2426" y="1520"/>
                </a:cubicBezTo>
                <a:cubicBezTo>
                  <a:pt x="2368" y="1510"/>
                  <a:pt x="2309" y="1505"/>
                  <a:pt x="2251" y="1505"/>
                </a:cubicBezTo>
                <a:cubicBezTo>
                  <a:pt x="2202" y="1505"/>
                  <a:pt x="2153" y="1508"/>
                  <a:pt x="2105" y="1515"/>
                </a:cubicBezTo>
                <a:lnTo>
                  <a:pt x="2093" y="1517"/>
                </a:lnTo>
                <a:lnTo>
                  <a:pt x="2093" y="1520"/>
                </a:lnTo>
                <a:cubicBezTo>
                  <a:pt x="2093" y="1528"/>
                  <a:pt x="2092" y="1537"/>
                  <a:pt x="2089" y="1545"/>
                </a:cubicBezTo>
                <a:cubicBezTo>
                  <a:pt x="2153" y="1683"/>
                  <a:pt x="2117" y="1847"/>
                  <a:pt x="2014" y="1963"/>
                </a:cubicBezTo>
                <a:cubicBezTo>
                  <a:pt x="1803" y="2200"/>
                  <a:pt x="1397" y="2175"/>
                  <a:pt x="1267" y="2496"/>
                </a:cubicBezTo>
                <a:cubicBezTo>
                  <a:pt x="1262" y="2508"/>
                  <a:pt x="1256" y="2513"/>
                  <a:pt x="1250" y="2513"/>
                </a:cubicBezTo>
                <a:cubicBezTo>
                  <a:pt x="1235" y="2513"/>
                  <a:pt x="1218" y="2484"/>
                  <a:pt x="1216" y="2466"/>
                </a:cubicBezTo>
                <a:cubicBezTo>
                  <a:pt x="1174" y="2156"/>
                  <a:pt x="1367" y="1868"/>
                  <a:pt x="1624" y="1676"/>
                </a:cubicBezTo>
                <a:lnTo>
                  <a:pt x="1645" y="1661"/>
                </a:lnTo>
                <a:lnTo>
                  <a:pt x="1617" y="1669"/>
                </a:lnTo>
                <a:cubicBezTo>
                  <a:pt x="1380" y="1737"/>
                  <a:pt x="1112" y="1789"/>
                  <a:pt x="855" y="1789"/>
                </a:cubicBezTo>
                <a:cubicBezTo>
                  <a:pt x="530" y="1789"/>
                  <a:pt x="222" y="1705"/>
                  <a:pt x="15" y="1463"/>
                </a:cubicBezTo>
                <a:cubicBezTo>
                  <a:pt x="-4" y="1441"/>
                  <a:pt x="-11" y="1381"/>
                  <a:pt x="29" y="1374"/>
                </a:cubicBezTo>
                <a:cubicBezTo>
                  <a:pt x="199" y="1344"/>
                  <a:pt x="326" y="1234"/>
                  <a:pt x="488" y="1195"/>
                </a:cubicBezTo>
                <a:cubicBezTo>
                  <a:pt x="530" y="1184"/>
                  <a:pt x="575" y="1180"/>
                  <a:pt x="620" y="1180"/>
                </a:cubicBezTo>
                <a:cubicBezTo>
                  <a:pt x="716" y="1180"/>
                  <a:pt x="815" y="1198"/>
                  <a:pt x="905" y="1212"/>
                </a:cubicBezTo>
                <a:cubicBezTo>
                  <a:pt x="1127" y="1248"/>
                  <a:pt x="1344" y="1304"/>
                  <a:pt x="1555" y="1380"/>
                </a:cubicBezTo>
                <a:lnTo>
                  <a:pt x="1595" y="1394"/>
                </a:lnTo>
                <a:lnTo>
                  <a:pt x="1592" y="1391"/>
                </a:lnTo>
                <a:cubicBezTo>
                  <a:pt x="1509" y="1302"/>
                  <a:pt x="1440" y="1193"/>
                  <a:pt x="1381" y="1088"/>
                </a:cubicBezTo>
                <a:cubicBezTo>
                  <a:pt x="1319" y="976"/>
                  <a:pt x="1275" y="855"/>
                  <a:pt x="1252" y="730"/>
                </a:cubicBezTo>
                <a:cubicBezTo>
                  <a:pt x="1218" y="546"/>
                  <a:pt x="1221" y="357"/>
                  <a:pt x="1121" y="192"/>
                </a:cubicBezTo>
                <a:cubicBezTo>
                  <a:pt x="1116" y="183"/>
                  <a:pt x="1099" y="98"/>
                  <a:pt x="1117" y="98"/>
                </a:cubicBezTo>
                <a:cubicBezTo>
                  <a:pt x="1118" y="98"/>
                  <a:pt x="1120" y="98"/>
                  <a:pt x="1121" y="99"/>
                </a:cubicBezTo>
                <a:cubicBezTo>
                  <a:pt x="1630" y="370"/>
                  <a:pt x="1948" y="892"/>
                  <a:pt x="1988" y="1461"/>
                </a:cubicBezTo>
                <a:lnTo>
                  <a:pt x="1988" y="1464"/>
                </a:lnTo>
                <a:lnTo>
                  <a:pt x="1989" y="1464"/>
                </a:lnTo>
                <a:cubicBezTo>
                  <a:pt x="2066" y="1446"/>
                  <a:pt x="2140" y="1438"/>
                  <a:pt x="2214" y="1438"/>
                </a:cubicBezTo>
                <a:cubicBezTo>
                  <a:pt x="2344" y="1438"/>
                  <a:pt x="2471" y="1463"/>
                  <a:pt x="2604" y="1501"/>
                </a:cubicBezTo>
                <a:lnTo>
                  <a:pt x="2632" y="1509"/>
                </a:lnTo>
                <a:lnTo>
                  <a:pt x="2625" y="1504"/>
                </a:lnTo>
                <a:cubicBezTo>
                  <a:pt x="2441" y="1380"/>
                  <a:pt x="2304" y="1188"/>
                  <a:pt x="2183" y="999"/>
                </a:cubicBezTo>
                <a:cubicBezTo>
                  <a:pt x="1990" y="696"/>
                  <a:pt x="1908" y="408"/>
                  <a:pt x="1872" y="53"/>
                </a:cubicBezTo>
                <a:cubicBezTo>
                  <a:pt x="1871" y="46"/>
                  <a:pt x="1871" y="0"/>
                  <a:pt x="188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l" defTabSz="1219200">
              <a:buClr>
                <a:srgbClr val="000000"/>
              </a:buClr>
              <a:buSzTx/>
              <a:buFontTx/>
            </a:pPr>
            <a:endParaRPr sz="1865" kern="0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77" name="任意多边形: 形状 176"/>
          <p:cNvSpPr/>
          <p:nvPr>
            <p:custDataLst>
              <p:tags r:id="rId11"/>
            </p:custDataLst>
          </p:nvPr>
        </p:nvSpPr>
        <p:spPr>
          <a:xfrm>
            <a:off x="1354455" y="5227320"/>
            <a:ext cx="1941830" cy="1630680"/>
          </a:xfrm>
          <a:custGeom>
            <a:avLst/>
            <a:gdLst>
              <a:gd name="connsiteX0" fmla="*/ 71762 w 92735"/>
              <a:gd name="connsiteY0" fmla="*/ 0 h 36191"/>
              <a:gd name="connsiteX1" fmla="*/ 92735 w 92735"/>
              <a:gd name="connsiteY1" fmla="*/ 36191 h 36191"/>
              <a:gd name="connsiteX2" fmla="*/ 0 w 92735"/>
              <a:gd name="connsiteY2" fmla="*/ 36191 h 36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8" h="2568">
                <a:moveTo>
                  <a:pt x="2016" y="0"/>
                </a:moveTo>
                <a:cubicBezTo>
                  <a:pt x="2036" y="0"/>
                  <a:pt x="2056" y="11"/>
                  <a:pt x="2065" y="33"/>
                </a:cubicBezTo>
                <a:cubicBezTo>
                  <a:pt x="2385" y="653"/>
                  <a:pt x="2664" y="1429"/>
                  <a:pt x="2192" y="2055"/>
                </a:cubicBezTo>
                <a:cubicBezTo>
                  <a:pt x="2187" y="2063"/>
                  <a:pt x="2179" y="2067"/>
                  <a:pt x="2171" y="2069"/>
                </a:cubicBezTo>
                <a:lnTo>
                  <a:pt x="2167" y="2070"/>
                </a:lnTo>
                <a:lnTo>
                  <a:pt x="2122" y="2309"/>
                </a:lnTo>
                <a:lnTo>
                  <a:pt x="2155" y="2324"/>
                </a:lnTo>
                <a:cubicBezTo>
                  <a:pt x="2399" y="2426"/>
                  <a:pt x="2655" y="2501"/>
                  <a:pt x="2917" y="2547"/>
                </a:cubicBezTo>
                <a:lnTo>
                  <a:pt x="3058" y="2568"/>
                </a:lnTo>
                <a:lnTo>
                  <a:pt x="2729" y="2568"/>
                </a:lnTo>
                <a:lnTo>
                  <a:pt x="2653" y="2568"/>
                </a:lnTo>
                <a:lnTo>
                  <a:pt x="2583" y="2568"/>
                </a:lnTo>
                <a:lnTo>
                  <a:pt x="2609" y="2555"/>
                </a:lnTo>
                <a:lnTo>
                  <a:pt x="2293" y="2461"/>
                </a:lnTo>
                <a:cubicBezTo>
                  <a:pt x="1882" y="2312"/>
                  <a:pt x="1499" y="2090"/>
                  <a:pt x="1164" y="1804"/>
                </a:cubicBezTo>
                <a:lnTo>
                  <a:pt x="1125" y="1771"/>
                </a:lnTo>
                <a:lnTo>
                  <a:pt x="1115" y="1771"/>
                </a:lnTo>
                <a:cubicBezTo>
                  <a:pt x="1042" y="1771"/>
                  <a:pt x="937" y="1726"/>
                  <a:pt x="895" y="1704"/>
                </a:cubicBezTo>
                <a:lnTo>
                  <a:pt x="889" y="1701"/>
                </a:lnTo>
                <a:cubicBezTo>
                  <a:pt x="465" y="1464"/>
                  <a:pt x="237" y="1009"/>
                  <a:pt x="7" y="603"/>
                </a:cubicBezTo>
                <a:cubicBezTo>
                  <a:pt x="-12" y="570"/>
                  <a:pt x="11" y="519"/>
                  <a:pt x="48" y="519"/>
                </a:cubicBezTo>
                <a:cubicBezTo>
                  <a:pt x="55" y="519"/>
                  <a:pt x="63" y="521"/>
                  <a:pt x="72" y="526"/>
                </a:cubicBezTo>
                <a:cubicBezTo>
                  <a:pt x="379" y="704"/>
                  <a:pt x="759" y="764"/>
                  <a:pt x="1023" y="1018"/>
                </a:cubicBezTo>
                <a:cubicBezTo>
                  <a:pt x="1214" y="1202"/>
                  <a:pt x="1294" y="1468"/>
                  <a:pt x="1193" y="1715"/>
                </a:cubicBezTo>
                <a:lnTo>
                  <a:pt x="1189" y="1724"/>
                </a:lnTo>
                <a:lnTo>
                  <a:pt x="1211" y="1743"/>
                </a:lnTo>
                <a:cubicBezTo>
                  <a:pt x="1463" y="1958"/>
                  <a:pt x="1742" y="2136"/>
                  <a:pt x="2041" y="2273"/>
                </a:cubicBezTo>
                <a:lnTo>
                  <a:pt x="2048" y="2277"/>
                </a:lnTo>
                <a:lnTo>
                  <a:pt x="2094" y="2038"/>
                </a:lnTo>
                <a:lnTo>
                  <a:pt x="2093" y="2037"/>
                </a:lnTo>
                <a:cubicBezTo>
                  <a:pt x="2090" y="2034"/>
                  <a:pt x="2087" y="2030"/>
                  <a:pt x="2085" y="2027"/>
                </a:cubicBezTo>
                <a:cubicBezTo>
                  <a:pt x="1933" y="1743"/>
                  <a:pt x="1838" y="1429"/>
                  <a:pt x="1808" y="1108"/>
                </a:cubicBezTo>
                <a:cubicBezTo>
                  <a:pt x="1776" y="743"/>
                  <a:pt x="1865" y="390"/>
                  <a:pt x="1964" y="42"/>
                </a:cubicBezTo>
                <a:cubicBezTo>
                  <a:pt x="1970" y="14"/>
                  <a:pt x="1993" y="0"/>
                  <a:pt x="2016" y="0"/>
                </a:cubicBezTo>
                <a:close/>
                <a:moveTo>
                  <a:pt x="1953" y="2556"/>
                </a:moveTo>
                <a:lnTo>
                  <a:pt x="2104" y="2568"/>
                </a:lnTo>
                <a:lnTo>
                  <a:pt x="1759" y="2568"/>
                </a:lnTo>
                <a:lnTo>
                  <a:pt x="1814" y="2562"/>
                </a:lnTo>
                <a:cubicBezTo>
                  <a:pt x="1860" y="2558"/>
                  <a:pt x="1906" y="2556"/>
                  <a:pt x="1953" y="25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" name="日期"/>
          <p:cNvSpPr>
            <a:spLocks noGrp="1"/>
          </p:cNvSpPr>
          <p:nvPr>
            <p:ph type="body" idx="16386" hasCustomPrompt="1"/>
            <p:custDataLst>
              <p:tags r:id="rId12"/>
            </p:custDataLst>
          </p:nvPr>
        </p:nvSpPr>
        <p:spPr>
          <a:xfrm>
            <a:off x="2145771" y="1981200"/>
            <a:ext cx="7875058" cy="4572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1903677" y="2489200"/>
            <a:ext cx="8384646" cy="18796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9" name="署名占位符 10"/>
          <p:cNvSpPr>
            <a:spLocks noGrp="1"/>
          </p:cNvSpPr>
          <p:nvPr>
            <p:ph type="body" sz="quarter" idx="16387" hasCustomPrompt="1"/>
            <p:custDataLst>
              <p:tags r:id="rId14"/>
            </p:custDataLst>
          </p:nvPr>
        </p:nvSpPr>
        <p:spPr>
          <a:xfrm>
            <a:off x="4812859" y="44196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190" cy="6857365"/>
          </a:xfrm>
          <a:prstGeom prst="rect">
            <a:avLst/>
          </a:prstGeom>
          <a:solidFill>
            <a:schemeClr val="accent1">
              <a:alpha val="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8" name="任意多边形: 形状 187"/>
          <p:cNvSpPr/>
          <p:nvPr userDrawn="1">
            <p:custDataLst>
              <p:tags r:id="rId3"/>
            </p:custDataLst>
          </p:nvPr>
        </p:nvSpPr>
        <p:spPr>
          <a:xfrm rot="10800000" flipH="1">
            <a:off x="8562053" y="0"/>
            <a:ext cx="3629946" cy="4080327"/>
          </a:xfrm>
          <a:custGeom>
            <a:avLst/>
            <a:gdLst>
              <a:gd name="connsiteX0" fmla="*/ 0 w 3629946"/>
              <a:gd name="connsiteY0" fmla="*/ 4080327 h 4080327"/>
              <a:gd name="connsiteX1" fmla="*/ 3629946 w 3629946"/>
              <a:gd name="connsiteY1" fmla="*/ 4080327 h 4080327"/>
              <a:gd name="connsiteX2" fmla="*/ 3629946 w 3629946"/>
              <a:gd name="connsiteY2" fmla="*/ 177958 h 4080327"/>
              <a:gd name="connsiteX3" fmla="*/ 3572576 w 3629946"/>
              <a:gd name="connsiteY3" fmla="*/ 147098 h 4080327"/>
              <a:gd name="connsiteX4" fmla="*/ 2930874 w 3629946"/>
              <a:gd name="connsiteY4" fmla="*/ 0 h 4080327"/>
              <a:gd name="connsiteX5" fmla="*/ 2929127 w 3629946"/>
              <a:gd name="connsiteY5" fmla="*/ 0 h 4080327"/>
              <a:gd name="connsiteX6" fmla="*/ 1254202 w 3629946"/>
              <a:gd name="connsiteY6" fmla="*/ 1447427 h 4080327"/>
              <a:gd name="connsiteX7" fmla="*/ 313758 w 3629946"/>
              <a:gd name="connsiteY7" fmla="*/ 2940729 h 4080327"/>
              <a:gd name="connsiteX8" fmla="*/ 2991 w 3629946"/>
              <a:gd name="connsiteY8" fmla="*/ 4002398 h 4080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29946" h="4080327">
                <a:moveTo>
                  <a:pt x="0" y="4080327"/>
                </a:moveTo>
                <a:lnTo>
                  <a:pt x="3629946" y="4080327"/>
                </a:lnTo>
                <a:lnTo>
                  <a:pt x="3629946" y="177958"/>
                </a:lnTo>
                <a:lnTo>
                  <a:pt x="3572576" y="147098"/>
                </a:lnTo>
                <a:cubicBezTo>
                  <a:pt x="3378035" y="53027"/>
                  <a:pt x="3160711" y="0"/>
                  <a:pt x="2930874" y="0"/>
                </a:cubicBezTo>
                <a:cubicBezTo>
                  <a:pt x="2930312" y="0"/>
                  <a:pt x="2929751" y="0"/>
                  <a:pt x="2929127" y="0"/>
                </a:cubicBezTo>
                <a:cubicBezTo>
                  <a:pt x="2250881" y="1747"/>
                  <a:pt x="1633988" y="975021"/>
                  <a:pt x="1254202" y="1447427"/>
                </a:cubicBezTo>
                <a:cubicBezTo>
                  <a:pt x="889084" y="1902483"/>
                  <a:pt x="554299" y="2407781"/>
                  <a:pt x="313758" y="2940729"/>
                </a:cubicBezTo>
                <a:cubicBezTo>
                  <a:pt x="173172" y="3253263"/>
                  <a:pt x="38316" y="3631015"/>
                  <a:pt x="2991" y="400239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10" name="Google Shape;144;p15"/>
          <p:cNvSpPr/>
          <p:nvPr userDrawn="1">
            <p:custDataLst>
              <p:tags r:id="rId4"/>
            </p:custDataLst>
          </p:nvPr>
        </p:nvSpPr>
        <p:spPr>
          <a:xfrm rot="10800000" flipH="1">
            <a:off x="55607" y="4356256"/>
            <a:ext cx="2210556" cy="2225285"/>
          </a:xfrm>
          <a:custGeom>
            <a:avLst/>
            <a:gdLst/>
            <a:ahLst/>
            <a:cxnLst/>
            <a:rect l="l" t="t" r="r" b="b"/>
            <a:pathLst>
              <a:path w="35418" h="35654" extrusionOk="0">
                <a:moveTo>
                  <a:pt x="19607" y="0"/>
                </a:moveTo>
                <a:cubicBezTo>
                  <a:pt x="13433" y="0"/>
                  <a:pt x="7932" y="3267"/>
                  <a:pt x="3660" y="8103"/>
                </a:cubicBezTo>
                <a:cubicBezTo>
                  <a:pt x="389" y="11818"/>
                  <a:pt x="708" y="15852"/>
                  <a:pt x="1" y="20800"/>
                </a:cubicBezTo>
                <a:cubicBezTo>
                  <a:pt x="1490" y="26872"/>
                  <a:pt x="6794" y="35654"/>
                  <a:pt x="13978" y="35654"/>
                </a:cubicBezTo>
                <a:cubicBezTo>
                  <a:pt x="14551" y="35654"/>
                  <a:pt x="15137" y="35598"/>
                  <a:pt x="15734" y="35480"/>
                </a:cubicBezTo>
                <a:cubicBezTo>
                  <a:pt x="19158" y="34801"/>
                  <a:pt x="22748" y="31210"/>
                  <a:pt x="25229" y="28909"/>
                </a:cubicBezTo>
                <a:cubicBezTo>
                  <a:pt x="28002" y="26303"/>
                  <a:pt x="29915" y="23406"/>
                  <a:pt x="31675" y="20093"/>
                </a:cubicBezTo>
                <a:cubicBezTo>
                  <a:pt x="35418" y="13065"/>
                  <a:pt x="32728" y="3140"/>
                  <a:pt x="24910" y="798"/>
                </a:cubicBezTo>
                <a:cubicBezTo>
                  <a:pt x="23098" y="254"/>
                  <a:pt x="21327" y="0"/>
                  <a:pt x="196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117" name="任意多边形: 形状 116"/>
          <p:cNvSpPr/>
          <p:nvPr userDrawn="1">
            <p:custDataLst>
              <p:tags r:id="rId5"/>
            </p:custDataLst>
          </p:nvPr>
        </p:nvSpPr>
        <p:spPr>
          <a:xfrm rot="10800000" flipH="1">
            <a:off x="8475099" y="0"/>
            <a:ext cx="3716900" cy="3639648"/>
          </a:xfrm>
          <a:custGeom>
            <a:avLst/>
            <a:gdLst>
              <a:gd name="connsiteX0" fmla="*/ 0 w 3716900"/>
              <a:gd name="connsiteY0" fmla="*/ 3639648 h 3639648"/>
              <a:gd name="connsiteX1" fmla="*/ 3716900 w 3716900"/>
              <a:gd name="connsiteY1" fmla="*/ 3639648 h 3639648"/>
              <a:gd name="connsiteX2" fmla="*/ 3716900 w 3716900"/>
              <a:gd name="connsiteY2" fmla="*/ 272752 h 3639648"/>
              <a:gd name="connsiteX3" fmla="*/ 3618387 w 3716900"/>
              <a:gd name="connsiteY3" fmla="*/ 208370 h 3639648"/>
              <a:gd name="connsiteX4" fmla="*/ 2862777 w 3716900"/>
              <a:gd name="connsiteY4" fmla="*/ 0 h 3639648"/>
              <a:gd name="connsiteX5" fmla="*/ 2861030 w 3716900"/>
              <a:gd name="connsiteY5" fmla="*/ 0 h 3639648"/>
              <a:gd name="connsiteX6" fmla="*/ 1186105 w 3716900"/>
              <a:gd name="connsiteY6" fmla="*/ 1447427 h 3639648"/>
              <a:gd name="connsiteX7" fmla="*/ 245661 w 3716900"/>
              <a:gd name="connsiteY7" fmla="*/ 2940729 h 3639648"/>
              <a:gd name="connsiteX8" fmla="*/ 19056 w 3716900"/>
              <a:gd name="connsiteY8" fmla="*/ 3558263 h 3639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6900" h="3639648">
                <a:moveTo>
                  <a:pt x="0" y="3639648"/>
                </a:moveTo>
                <a:lnTo>
                  <a:pt x="3716900" y="3639648"/>
                </a:lnTo>
                <a:lnTo>
                  <a:pt x="3716900" y="272752"/>
                </a:lnTo>
                <a:lnTo>
                  <a:pt x="3618387" y="208370"/>
                </a:lnTo>
                <a:cubicBezTo>
                  <a:pt x="3396367" y="76358"/>
                  <a:pt x="3138582" y="0"/>
                  <a:pt x="2862777" y="0"/>
                </a:cubicBezTo>
                <a:cubicBezTo>
                  <a:pt x="2862216" y="0"/>
                  <a:pt x="2861654" y="0"/>
                  <a:pt x="2861030" y="0"/>
                </a:cubicBezTo>
                <a:cubicBezTo>
                  <a:pt x="2182784" y="1747"/>
                  <a:pt x="1565890" y="975021"/>
                  <a:pt x="1186105" y="1447427"/>
                </a:cubicBezTo>
                <a:cubicBezTo>
                  <a:pt x="820987" y="1902483"/>
                  <a:pt x="486202" y="2407781"/>
                  <a:pt x="245661" y="2940729"/>
                </a:cubicBezTo>
                <a:cubicBezTo>
                  <a:pt x="161310" y="3128250"/>
                  <a:pt x="79021" y="3339249"/>
                  <a:pt x="19056" y="35582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119" name="任意多边形: 形状 118"/>
          <p:cNvSpPr/>
          <p:nvPr userDrawn="1">
            <p:custDataLst>
              <p:tags r:id="rId6"/>
            </p:custDataLst>
          </p:nvPr>
        </p:nvSpPr>
        <p:spPr>
          <a:xfrm rot="10800000" flipH="1">
            <a:off x="4334484" y="5770609"/>
            <a:ext cx="1751950" cy="1087390"/>
          </a:xfrm>
          <a:custGeom>
            <a:avLst/>
            <a:gdLst>
              <a:gd name="connsiteX0" fmla="*/ 969635 w 1751950"/>
              <a:gd name="connsiteY0" fmla="*/ 1087390 h 1087390"/>
              <a:gd name="connsiteX1" fmla="*/ 1292686 w 1751950"/>
              <a:gd name="connsiteY1" fmla="*/ 985844 h 1087390"/>
              <a:gd name="connsiteX2" fmla="*/ 1731327 w 1751950"/>
              <a:gd name="connsiteY2" fmla="*/ 506509 h 1087390"/>
              <a:gd name="connsiteX3" fmla="*/ 1685453 w 1751950"/>
              <a:gd name="connsiteY3" fmla="*/ 169102 h 1087390"/>
              <a:gd name="connsiteX4" fmla="*/ 1447534 w 1751950"/>
              <a:gd name="connsiteY4" fmla="*/ 5579 h 1087390"/>
              <a:gd name="connsiteX5" fmla="*/ 1438165 w 1751950"/>
              <a:gd name="connsiteY5" fmla="*/ 0 h 1087390"/>
              <a:gd name="connsiteX6" fmla="*/ 66482 w 1751950"/>
              <a:gd name="connsiteY6" fmla="*/ 0 h 1087390"/>
              <a:gd name="connsiteX7" fmla="*/ 43397 w 1751950"/>
              <a:gd name="connsiteY7" fmla="*/ 60169 h 1087390"/>
              <a:gd name="connsiteX8" fmla="*/ 174052 w 1751950"/>
              <a:gd name="connsiteY8" fmla="*/ 740122 h 1087390"/>
              <a:gd name="connsiteX9" fmla="*/ 634288 w 1751950"/>
              <a:gd name="connsiteY9" fmla="*/ 998826 h 1087390"/>
              <a:gd name="connsiteX10" fmla="*/ 969635 w 1751950"/>
              <a:gd name="connsiteY10" fmla="*/ 1087390 h 1087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51950" h="1087390">
                <a:moveTo>
                  <a:pt x="969635" y="1087390"/>
                </a:moveTo>
                <a:cubicBezTo>
                  <a:pt x="1076611" y="1087390"/>
                  <a:pt x="1182839" y="1056371"/>
                  <a:pt x="1292686" y="985844"/>
                </a:cubicBezTo>
                <a:cubicBezTo>
                  <a:pt x="1470065" y="874186"/>
                  <a:pt x="1665606" y="713284"/>
                  <a:pt x="1731327" y="506509"/>
                </a:cubicBezTo>
                <a:cubicBezTo>
                  <a:pt x="1767652" y="394040"/>
                  <a:pt x="1758165" y="262535"/>
                  <a:pt x="1685453" y="169102"/>
                </a:cubicBezTo>
                <a:cubicBezTo>
                  <a:pt x="1625786" y="92958"/>
                  <a:pt x="1533227" y="51453"/>
                  <a:pt x="1447534" y="5579"/>
                </a:cubicBezTo>
                <a:lnTo>
                  <a:pt x="1438165" y="0"/>
                </a:lnTo>
                <a:lnTo>
                  <a:pt x="66482" y="0"/>
                </a:lnTo>
                <a:lnTo>
                  <a:pt x="43397" y="60169"/>
                </a:lnTo>
                <a:cubicBezTo>
                  <a:pt x="-32175" y="306930"/>
                  <a:pt x="-21145" y="583855"/>
                  <a:pt x="174052" y="740122"/>
                </a:cubicBezTo>
                <a:cubicBezTo>
                  <a:pt x="306431" y="846537"/>
                  <a:pt x="482062" y="923555"/>
                  <a:pt x="634288" y="998826"/>
                </a:cubicBezTo>
                <a:cubicBezTo>
                  <a:pt x="749878" y="1054810"/>
                  <a:pt x="860099" y="1087390"/>
                  <a:pt x="969635" y="10873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7"/>
            </p:custDataLst>
          </p:nvPr>
        </p:nvSpPr>
        <p:spPr>
          <a:xfrm>
            <a:off x="763808" y="0"/>
            <a:ext cx="704476" cy="52688"/>
          </a:xfrm>
          <a:custGeom>
            <a:avLst/>
            <a:gdLst>
              <a:gd name="connsiteX0" fmla="*/ 0 w 704476"/>
              <a:gd name="connsiteY0" fmla="*/ 0 h 52688"/>
              <a:gd name="connsiteX1" fmla="*/ 704476 w 704476"/>
              <a:gd name="connsiteY1" fmla="*/ 171 h 52688"/>
              <a:gd name="connsiteX2" fmla="*/ 660275 w 704476"/>
              <a:gd name="connsiteY2" fmla="*/ 11868 h 52688"/>
              <a:gd name="connsiteX3" fmla="*/ 394867 w 704476"/>
              <a:gd name="connsiteY3" fmla="*/ 50574 h 52688"/>
              <a:gd name="connsiteX4" fmla="*/ 1187 w 704476"/>
              <a:gd name="connsiteY4" fmla="*/ 3207 h 52688"/>
              <a:gd name="connsiteX5" fmla="*/ 0 w 704476"/>
              <a:gd name="connsiteY5" fmla="*/ 0 h 5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4476" h="52688">
                <a:moveTo>
                  <a:pt x="0" y="0"/>
                </a:moveTo>
                <a:lnTo>
                  <a:pt x="704476" y="171"/>
                </a:lnTo>
                <a:lnTo>
                  <a:pt x="660275" y="11868"/>
                </a:lnTo>
                <a:cubicBezTo>
                  <a:pt x="572998" y="30825"/>
                  <a:pt x="484244" y="43413"/>
                  <a:pt x="394867" y="50574"/>
                </a:cubicBezTo>
                <a:cubicBezTo>
                  <a:pt x="341209" y="53701"/>
                  <a:pt x="53553" y="61158"/>
                  <a:pt x="1187" y="320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defTabSz="1219200">
              <a:buClr>
                <a:srgbClr val="000000"/>
              </a:buClr>
            </a:pPr>
            <a:endParaRPr lang="zh-CN" altLang="en-US" sz="1865" kern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8"/>
            </p:custDataLst>
          </p:nvPr>
        </p:nvSpPr>
        <p:spPr>
          <a:xfrm>
            <a:off x="222026" y="348"/>
            <a:ext cx="1068066" cy="1513432"/>
          </a:xfrm>
          <a:custGeom>
            <a:avLst/>
            <a:gdLst>
              <a:gd name="connsiteX0" fmla="*/ 0 w 1068066"/>
              <a:gd name="connsiteY0" fmla="*/ 0 h 1513432"/>
              <a:gd name="connsiteX1" fmla="*/ 275588 w 1068066"/>
              <a:gd name="connsiteY1" fmla="*/ 24 h 1513432"/>
              <a:gd name="connsiteX2" fmla="*/ 314439 w 1068066"/>
              <a:gd name="connsiteY2" fmla="*/ 49647 h 1513432"/>
              <a:gd name="connsiteX3" fmla="*/ 394423 w 1068066"/>
              <a:gd name="connsiteY3" fmla="*/ 157102 h 1513432"/>
              <a:gd name="connsiteX4" fmla="*/ 647769 w 1068066"/>
              <a:gd name="connsiteY4" fmla="*/ 543534 h 1513432"/>
              <a:gd name="connsiteX5" fmla="*/ 1068066 w 1068066"/>
              <a:gd name="connsiteY5" fmla="*/ 1513432 h 1513432"/>
              <a:gd name="connsiteX6" fmla="*/ 726173 w 1068066"/>
              <a:gd name="connsiteY6" fmla="*/ 1171068 h 1513432"/>
              <a:gd name="connsiteX7" fmla="*/ 208940 w 1068066"/>
              <a:gd name="connsiteY7" fmla="*/ 482190 h 1513432"/>
              <a:gd name="connsiteX8" fmla="*/ 29028 w 1068066"/>
              <a:gd name="connsiteY8" fmla="*/ 92735 h 1513432"/>
              <a:gd name="connsiteX9" fmla="*/ 0 w 1068066"/>
              <a:gd name="connsiteY9" fmla="*/ 0 h 1513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68066" h="1513432">
                <a:moveTo>
                  <a:pt x="0" y="0"/>
                </a:moveTo>
                <a:lnTo>
                  <a:pt x="275588" y="24"/>
                </a:lnTo>
                <a:lnTo>
                  <a:pt x="314439" y="49647"/>
                </a:lnTo>
                <a:cubicBezTo>
                  <a:pt x="346859" y="93100"/>
                  <a:pt x="375021" y="131842"/>
                  <a:pt x="394423" y="157102"/>
                </a:cubicBezTo>
                <a:cubicBezTo>
                  <a:pt x="488928" y="279678"/>
                  <a:pt x="573250" y="408033"/>
                  <a:pt x="647769" y="543534"/>
                </a:cubicBezTo>
                <a:cubicBezTo>
                  <a:pt x="818311" y="851591"/>
                  <a:pt x="943166" y="1182960"/>
                  <a:pt x="1068066" y="1513432"/>
                </a:cubicBezTo>
                <a:cubicBezTo>
                  <a:pt x="948575" y="1404875"/>
                  <a:pt x="834312" y="1290739"/>
                  <a:pt x="726173" y="1171068"/>
                </a:cubicBezTo>
                <a:cubicBezTo>
                  <a:pt x="533311" y="957640"/>
                  <a:pt x="360190" y="727229"/>
                  <a:pt x="208940" y="482190"/>
                </a:cubicBezTo>
                <a:cubicBezTo>
                  <a:pt x="181476" y="438539"/>
                  <a:pt x="89023" y="257621"/>
                  <a:pt x="29028" y="9273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defTabSz="1219200">
              <a:buClr>
                <a:srgbClr val="000000"/>
              </a:buClr>
            </a:pPr>
            <a:endParaRPr lang="zh-CN" altLang="en-US" sz="1865" kern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9"/>
            </p:custDataLst>
          </p:nvPr>
        </p:nvSpPr>
        <p:spPr>
          <a:xfrm>
            <a:off x="1148273" y="126885"/>
            <a:ext cx="1435571" cy="1069394"/>
          </a:xfrm>
          <a:custGeom>
            <a:avLst/>
            <a:gdLst>
              <a:gd name="connsiteX0" fmla="*/ 9662 w 1435571"/>
              <a:gd name="connsiteY0" fmla="*/ 0 h 1069394"/>
              <a:gd name="connsiteX1" fmla="*/ 766305 w 1435571"/>
              <a:gd name="connsiteY1" fmla="*/ 399789 h 1069394"/>
              <a:gd name="connsiteX2" fmla="*/ 1352125 w 1435571"/>
              <a:gd name="connsiteY2" fmla="*/ 977049 h 1069394"/>
              <a:gd name="connsiteX3" fmla="*/ 1435571 w 1435571"/>
              <a:gd name="connsiteY3" fmla="*/ 1069394 h 1069394"/>
              <a:gd name="connsiteX4" fmla="*/ 607842 w 1435571"/>
              <a:gd name="connsiteY4" fmla="*/ 643974 h 1069394"/>
              <a:gd name="connsiteX5" fmla="*/ 111251 w 1435571"/>
              <a:gd name="connsiteY5" fmla="*/ 240274 h 1069394"/>
              <a:gd name="connsiteX6" fmla="*/ 9662 w 1435571"/>
              <a:gd name="connsiteY6" fmla="*/ 0 h 1069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5571" h="1069394">
                <a:moveTo>
                  <a:pt x="9662" y="0"/>
                </a:moveTo>
                <a:cubicBezTo>
                  <a:pt x="282828" y="39014"/>
                  <a:pt x="556871" y="229580"/>
                  <a:pt x="766305" y="399789"/>
                </a:cubicBezTo>
                <a:cubicBezTo>
                  <a:pt x="979662" y="572445"/>
                  <a:pt x="1168204" y="773515"/>
                  <a:pt x="1352125" y="977049"/>
                </a:cubicBezTo>
                <a:cubicBezTo>
                  <a:pt x="1379798" y="1007674"/>
                  <a:pt x="1407897" y="1038769"/>
                  <a:pt x="1435571" y="1069394"/>
                </a:cubicBezTo>
                <a:cubicBezTo>
                  <a:pt x="1151984" y="943083"/>
                  <a:pt x="867165" y="814462"/>
                  <a:pt x="607842" y="643974"/>
                </a:cubicBezTo>
                <a:cubicBezTo>
                  <a:pt x="529484" y="593249"/>
                  <a:pt x="264093" y="409415"/>
                  <a:pt x="111251" y="240274"/>
                </a:cubicBezTo>
                <a:cubicBezTo>
                  <a:pt x="27805" y="147930"/>
                  <a:pt x="-22122" y="59532"/>
                  <a:pt x="96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defTabSz="1219200">
              <a:buClr>
                <a:srgbClr val="000000"/>
              </a:buClr>
            </a:pPr>
            <a:endParaRPr lang="zh-CN" altLang="en-US" sz="1865" kern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0"/>
            </p:custDataLst>
          </p:nvPr>
        </p:nvSpPr>
        <p:spPr>
          <a:xfrm>
            <a:off x="710229" y="0"/>
            <a:ext cx="2382645" cy="467044"/>
          </a:xfrm>
          <a:custGeom>
            <a:avLst/>
            <a:gdLst>
              <a:gd name="connsiteX0" fmla="*/ 0 w 2382645"/>
              <a:gd name="connsiteY0" fmla="*/ 0 h 467044"/>
              <a:gd name="connsiteX1" fmla="*/ 84867 w 2382645"/>
              <a:gd name="connsiteY1" fmla="*/ 0 h 467044"/>
              <a:gd name="connsiteX2" fmla="*/ 227127 w 2382645"/>
              <a:gd name="connsiteY2" fmla="*/ 48200 h 467044"/>
              <a:gd name="connsiteX3" fmla="*/ 986100 w 2382645"/>
              <a:gd name="connsiteY3" fmla="*/ 211925 h 467044"/>
              <a:gd name="connsiteX4" fmla="*/ 1356801 w 2382645"/>
              <a:gd name="connsiteY4" fmla="*/ 245451 h 467044"/>
              <a:gd name="connsiteX5" fmla="*/ 2382645 w 2382645"/>
              <a:gd name="connsiteY5" fmla="*/ 441304 h 467044"/>
              <a:gd name="connsiteX6" fmla="*/ 2370915 w 2382645"/>
              <a:gd name="connsiteY6" fmla="*/ 467044 h 467044"/>
              <a:gd name="connsiteX7" fmla="*/ 1354734 w 2382645"/>
              <a:gd name="connsiteY7" fmla="*/ 274067 h 467044"/>
              <a:gd name="connsiteX8" fmla="*/ 982796 w 2382645"/>
              <a:gd name="connsiteY8" fmla="*/ 240566 h 467044"/>
              <a:gd name="connsiteX9" fmla="*/ 129293 w 2382645"/>
              <a:gd name="connsiteY9" fmla="*/ 46989 h 467044"/>
              <a:gd name="connsiteX10" fmla="*/ 0 w 2382645"/>
              <a:gd name="connsiteY10" fmla="*/ 0 h 467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82645" h="467044">
                <a:moveTo>
                  <a:pt x="0" y="0"/>
                </a:moveTo>
                <a:lnTo>
                  <a:pt x="84867" y="0"/>
                </a:lnTo>
                <a:lnTo>
                  <a:pt x="227127" y="48200"/>
                </a:lnTo>
                <a:cubicBezTo>
                  <a:pt x="474970" y="126022"/>
                  <a:pt x="729273" y="181357"/>
                  <a:pt x="986100" y="211925"/>
                </a:cubicBezTo>
                <a:cubicBezTo>
                  <a:pt x="1108486" y="226075"/>
                  <a:pt x="1235404" y="236212"/>
                  <a:pt x="1356801" y="245451"/>
                </a:cubicBezTo>
                <a:cubicBezTo>
                  <a:pt x="1702707" y="272111"/>
                  <a:pt x="2060907" y="299438"/>
                  <a:pt x="2382645" y="441304"/>
                </a:cubicBezTo>
                <a:lnTo>
                  <a:pt x="2370915" y="467044"/>
                </a:lnTo>
                <a:cubicBezTo>
                  <a:pt x="2053900" y="327892"/>
                  <a:pt x="1698862" y="300063"/>
                  <a:pt x="1354734" y="274067"/>
                </a:cubicBezTo>
                <a:cubicBezTo>
                  <a:pt x="1232099" y="264854"/>
                  <a:pt x="1105767" y="255364"/>
                  <a:pt x="982796" y="240566"/>
                </a:cubicBezTo>
                <a:cubicBezTo>
                  <a:pt x="695763" y="206128"/>
                  <a:pt x="408749" y="140760"/>
                  <a:pt x="129293" y="46989"/>
                </a:cubicBezTo>
                <a:lnTo>
                  <a:pt x="0" y="0"/>
                </a:lnTo>
                <a:close/>
              </a:path>
            </a:pathLst>
          </a:custGeom>
          <a:solidFill>
            <a:srgbClr val="828D8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defTabSz="1219200">
              <a:buClr>
                <a:srgbClr val="000000"/>
              </a:buClr>
            </a:pPr>
            <a:endParaRPr lang="zh-CN" altLang="en-US" sz="1865" kern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1"/>
            </p:custDataLst>
          </p:nvPr>
        </p:nvSpPr>
        <p:spPr>
          <a:xfrm>
            <a:off x="10898513" y="6544449"/>
            <a:ext cx="323642" cy="238964"/>
          </a:xfrm>
          <a:custGeom>
            <a:avLst/>
            <a:gdLst>
              <a:gd name="connsiteX0" fmla="*/ 0 w 323642"/>
              <a:gd name="connsiteY0" fmla="*/ 0 h 238964"/>
              <a:gd name="connsiteX1" fmla="*/ 323642 w 323642"/>
              <a:gd name="connsiteY1" fmla="*/ 238964 h 238964"/>
              <a:gd name="connsiteX2" fmla="*/ 0 w 323642"/>
              <a:gd name="connsiteY2" fmla="*/ 0 h 238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3642" h="238964">
                <a:moveTo>
                  <a:pt x="0" y="0"/>
                </a:moveTo>
                <a:cubicBezTo>
                  <a:pt x="128376" y="47900"/>
                  <a:pt x="240756" y="131104"/>
                  <a:pt x="323642" y="238964"/>
                </a:cubicBezTo>
                <a:cubicBezTo>
                  <a:pt x="199284" y="180102"/>
                  <a:pt x="71182" y="11780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defTabSz="1219200">
              <a:buClr>
                <a:srgbClr val="000000"/>
              </a:buClr>
            </a:pPr>
            <a:endParaRPr lang="zh-CN" altLang="en-US" sz="1865" kern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任意多边形: 形状 23"/>
          <p:cNvSpPr/>
          <p:nvPr userDrawn="1">
            <p:custDataLst>
              <p:tags r:id="rId12"/>
            </p:custDataLst>
          </p:nvPr>
        </p:nvSpPr>
        <p:spPr>
          <a:xfrm>
            <a:off x="10828104" y="4763774"/>
            <a:ext cx="1363937" cy="2094226"/>
          </a:xfrm>
          <a:custGeom>
            <a:avLst/>
            <a:gdLst>
              <a:gd name="connsiteX0" fmla="*/ 838184 w 1363937"/>
              <a:gd name="connsiteY0" fmla="*/ 1060 h 2094226"/>
              <a:gd name="connsiteX1" fmla="*/ 880467 w 1363937"/>
              <a:gd name="connsiteY1" fmla="*/ 43268 h 2094226"/>
              <a:gd name="connsiteX2" fmla="*/ 1076075 w 1363937"/>
              <a:gd name="connsiteY2" fmla="*/ 335445 h 2094226"/>
              <a:gd name="connsiteX3" fmla="*/ 1187859 w 1363937"/>
              <a:gd name="connsiteY3" fmla="*/ 549917 h 2094226"/>
              <a:gd name="connsiteX4" fmla="*/ 1239137 w 1363937"/>
              <a:gd name="connsiteY4" fmla="*/ 778709 h 2094226"/>
              <a:gd name="connsiteX5" fmla="*/ 1239722 w 1363937"/>
              <a:gd name="connsiteY5" fmla="*/ 781829 h 2094226"/>
              <a:gd name="connsiteX6" fmla="*/ 1250257 w 1363937"/>
              <a:gd name="connsiteY6" fmla="*/ 755302 h 2094226"/>
              <a:gd name="connsiteX7" fmla="*/ 1298248 w 1363937"/>
              <a:gd name="connsiteY7" fmla="*/ 649389 h 2094226"/>
              <a:gd name="connsiteX8" fmla="*/ 1363793 w 1363937"/>
              <a:gd name="connsiteY8" fmla="*/ 533722 h 2094226"/>
              <a:gd name="connsiteX9" fmla="*/ 1363627 w 1363937"/>
              <a:gd name="connsiteY9" fmla="*/ 654185 h 2094226"/>
              <a:gd name="connsiteX10" fmla="*/ 1259452 w 1363937"/>
              <a:gd name="connsiteY10" fmla="*/ 894684 h 2094226"/>
              <a:gd name="connsiteX11" fmla="*/ 1363651 w 1363937"/>
              <a:gd name="connsiteY11" fmla="*/ 830822 h 2094226"/>
              <a:gd name="connsiteX12" fmla="*/ 1363762 w 1363937"/>
              <a:gd name="connsiteY12" fmla="*/ 905877 h 2094226"/>
              <a:gd name="connsiteX13" fmla="*/ 1359393 w 1363937"/>
              <a:gd name="connsiteY13" fmla="*/ 908763 h 2094226"/>
              <a:gd name="connsiteX14" fmla="*/ 1336610 w 1363937"/>
              <a:gd name="connsiteY14" fmla="*/ 922340 h 2094226"/>
              <a:gd name="connsiteX15" fmla="*/ 1363761 w 1363937"/>
              <a:gd name="connsiteY15" fmla="*/ 916214 h 2094226"/>
              <a:gd name="connsiteX16" fmla="*/ 1363678 w 1363937"/>
              <a:gd name="connsiteY16" fmla="*/ 976445 h 2094226"/>
              <a:gd name="connsiteX17" fmla="*/ 1293889 w 1363937"/>
              <a:gd name="connsiteY17" fmla="*/ 994314 h 2094226"/>
              <a:gd name="connsiteX18" fmla="*/ 1171122 w 1363937"/>
              <a:gd name="connsiteY18" fmla="*/ 1044602 h 2094226"/>
              <a:gd name="connsiteX19" fmla="*/ 1161447 w 1363937"/>
              <a:gd name="connsiteY19" fmla="*/ 1049518 h 2094226"/>
              <a:gd name="connsiteX20" fmla="*/ 1157156 w 1363937"/>
              <a:gd name="connsiteY20" fmla="*/ 1054199 h 2094226"/>
              <a:gd name="connsiteX21" fmla="*/ 1142526 w 1363937"/>
              <a:gd name="connsiteY21" fmla="*/ 1069218 h 2094226"/>
              <a:gd name="connsiteX22" fmla="*/ 1137182 w 1363937"/>
              <a:gd name="connsiteY22" fmla="*/ 1070350 h 2094226"/>
              <a:gd name="connsiteX23" fmla="*/ 1136284 w 1363937"/>
              <a:gd name="connsiteY23" fmla="*/ 1070389 h 2094226"/>
              <a:gd name="connsiteX24" fmla="*/ 1137337 w 1363937"/>
              <a:gd name="connsiteY24" fmla="*/ 1073939 h 2094226"/>
              <a:gd name="connsiteX25" fmla="*/ 1334601 w 1363937"/>
              <a:gd name="connsiteY25" fmla="*/ 1166034 h 2094226"/>
              <a:gd name="connsiteX26" fmla="*/ 1363936 w 1363937"/>
              <a:gd name="connsiteY26" fmla="*/ 1158466 h 2094226"/>
              <a:gd name="connsiteX27" fmla="*/ 1363815 w 1363937"/>
              <a:gd name="connsiteY27" fmla="*/ 1217800 h 2094226"/>
              <a:gd name="connsiteX28" fmla="*/ 1326677 w 1363937"/>
              <a:gd name="connsiteY28" fmla="*/ 1221663 h 2094226"/>
              <a:gd name="connsiteX29" fmla="*/ 1097938 w 1363937"/>
              <a:gd name="connsiteY29" fmla="*/ 1077451 h 2094226"/>
              <a:gd name="connsiteX30" fmla="*/ 1084948 w 1363937"/>
              <a:gd name="connsiteY30" fmla="*/ 1068128 h 2094226"/>
              <a:gd name="connsiteX31" fmla="*/ 1083544 w 1363937"/>
              <a:gd name="connsiteY31" fmla="*/ 1066841 h 2094226"/>
              <a:gd name="connsiteX32" fmla="*/ 1078355 w 1363937"/>
              <a:gd name="connsiteY32" fmla="*/ 1071561 h 2094226"/>
              <a:gd name="connsiteX33" fmla="*/ 1010552 w 1363937"/>
              <a:gd name="connsiteY33" fmla="*/ 1135188 h 2094226"/>
              <a:gd name="connsiteX34" fmla="*/ 942473 w 1363937"/>
              <a:gd name="connsiteY34" fmla="*/ 1223548 h 2094226"/>
              <a:gd name="connsiteX35" fmla="*/ 811378 w 1363937"/>
              <a:gd name="connsiteY35" fmla="*/ 1496231 h 2094226"/>
              <a:gd name="connsiteX36" fmla="*/ 729177 w 1363937"/>
              <a:gd name="connsiteY36" fmla="*/ 1600937 h 2094226"/>
              <a:gd name="connsiteX37" fmla="*/ 709007 w 1363937"/>
              <a:gd name="connsiteY37" fmla="*/ 1622939 h 2094226"/>
              <a:gd name="connsiteX38" fmla="*/ 685833 w 1363937"/>
              <a:gd name="connsiteY38" fmla="*/ 1648218 h 2094226"/>
              <a:gd name="connsiteX39" fmla="*/ 684117 w 1363937"/>
              <a:gd name="connsiteY39" fmla="*/ 1650091 h 2094226"/>
              <a:gd name="connsiteX40" fmla="*/ 693479 w 1363937"/>
              <a:gd name="connsiteY40" fmla="*/ 1648335 h 2094226"/>
              <a:gd name="connsiteX41" fmla="*/ 1167257 w 1363937"/>
              <a:gd name="connsiteY41" fmla="*/ 1556256 h 2094226"/>
              <a:gd name="connsiteX42" fmla="*/ 1276681 w 1363937"/>
              <a:gd name="connsiteY42" fmla="*/ 1519583 h 2094226"/>
              <a:gd name="connsiteX43" fmla="*/ 1363479 w 1363937"/>
              <a:gd name="connsiteY43" fmla="*/ 1500075 h 2094226"/>
              <a:gd name="connsiteX44" fmla="*/ 1363747 w 1363937"/>
              <a:gd name="connsiteY44" fmla="*/ 1558044 h 2094226"/>
              <a:gd name="connsiteX45" fmla="*/ 1329535 w 1363937"/>
              <a:gd name="connsiteY45" fmla="*/ 1567173 h 2094226"/>
              <a:gd name="connsiteX46" fmla="*/ 1100192 w 1363937"/>
              <a:gd name="connsiteY46" fmla="*/ 1647268 h 2094226"/>
              <a:gd name="connsiteX47" fmla="*/ 882596 w 1363937"/>
              <a:gd name="connsiteY47" fmla="*/ 1666624 h 2094226"/>
              <a:gd name="connsiteX48" fmla="*/ 707518 w 1363937"/>
              <a:gd name="connsiteY48" fmla="*/ 1702558 h 2094226"/>
              <a:gd name="connsiteX49" fmla="*/ 1180662 w 1363937"/>
              <a:gd name="connsiteY49" fmla="*/ 1730512 h 2094226"/>
              <a:gd name="connsiteX50" fmla="*/ 1287592 w 1363937"/>
              <a:gd name="connsiteY50" fmla="*/ 1667430 h 2094226"/>
              <a:gd name="connsiteX51" fmla="*/ 1363937 w 1363937"/>
              <a:gd name="connsiteY51" fmla="*/ 1624555 h 2094226"/>
              <a:gd name="connsiteX52" fmla="*/ 1363892 w 1363937"/>
              <a:gd name="connsiteY52" fmla="*/ 1696021 h 2094226"/>
              <a:gd name="connsiteX53" fmla="*/ 1281110 w 1363937"/>
              <a:gd name="connsiteY53" fmla="*/ 1745918 h 2094226"/>
              <a:gd name="connsiteX54" fmla="*/ 1161931 w 1363937"/>
              <a:gd name="connsiteY54" fmla="*/ 1806387 h 2094226"/>
              <a:gd name="connsiteX55" fmla="*/ 649744 w 1363937"/>
              <a:gd name="connsiteY55" fmla="*/ 1717657 h 2094226"/>
              <a:gd name="connsiteX56" fmla="*/ 641747 w 1363937"/>
              <a:gd name="connsiteY56" fmla="*/ 1719803 h 2094226"/>
              <a:gd name="connsiteX57" fmla="*/ 634101 w 1363937"/>
              <a:gd name="connsiteY57" fmla="*/ 1719686 h 2094226"/>
              <a:gd name="connsiteX58" fmla="*/ 631838 w 1363937"/>
              <a:gd name="connsiteY58" fmla="*/ 1719335 h 2094226"/>
              <a:gd name="connsiteX59" fmla="*/ 625518 w 1363937"/>
              <a:gd name="connsiteY59" fmla="*/ 1729049 h 2094226"/>
              <a:gd name="connsiteX60" fmla="*/ 554301 w 1363937"/>
              <a:gd name="connsiteY60" fmla="*/ 2024746 h 2094226"/>
              <a:gd name="connsiteX61" fmla="*/ 543572 w 1363937"/>
              <a:gd name="connsiteY61" fmla="*/ 2046787 h 2094226"/>
              <a:gd name="connsiteX62" fmla="*/ 555509 w 1363937"/>
              <a:gd name="connsiteY62" fmla="*/ 2042222 h 2094226"/>
              <a:gd name="connsiteX63" fmla="*/ 737336 w 1363937"/>
              <a:gd name="connsiteY63" fmla="*/ 1996106 h 2094226"/>
              <a:gd name="connsiteX64" fmla="*/ 791950 w 1363937"/>
              <a:gd name="connsiteY64" fmla="*/ 1991033 h 2094226"/>
              <a:gd name="connsiteX65" fmla="*/ 924187 w 1363937"/>
              <a:gd name="connsiteY65" fmla="*/ 2055395 h 2094226"/>
              <a:gd name="connsiteX66" fmla="*/ 923756 w 1363937"/>
              <a:gd name="connsiteY66" fmla="*/ 2076539 h 2094226"/>
              <a:gd name="connsiteX67" fmla="*/ 922468 w 1363937"/>
              <a:gd name="connsiteY67" fmla="*/ 2077943 h 2094226"/>
              <a:gd name="connsiteX68" fmla="*/ 892157 w 1363937"/>
              <a:gd name="connsiteY68" fmla="*/ 2094094 h 2094226"/>
              <a:gd name="connsiteX69" fmla="*/ 746963 w 1363937"/>
              <a:gd name="connsiteY69" fmla="*/ 2093670 h 2094226"/>
              <a:gd name="connsiteX70" fmla="*/ 789875 w 1363937"/>
              <a:gd name="connsiteY70" fmla="*/ 2077869 h 2094226"/>
              <a:gd name="connsiteX71" fmla="*/ 861968 w 1363937"/>
              <a:gd name="connsiteY71" fmla="*/ 2040574 h 2094226"/>
              <a:gd name="connsiteX72" fmla="*/ 678777 w 1363937"/>
              <a:gd name="connsiteY72" fmla="*/ 2065624 h 2094226"/>
              <a:gd name="connsiteX73" fmla="*/ 600444 w 1363937"/>
              <a:gd name="connsiteY73" fmla="*/ 2093753 h 2094226"/>
              <a:gd name="connsiteX74" fmla="*/ 522698 w 1363937"/>
              <a:gd name="connsiteY74" fmla="*/ 2093990 h 2094226"/>
              <a:gd name="connsiteX75" fmla="*/ 444952 w 1363937"/>
              <a:gd name="connsiteY75" fmla="*/ 2094226 h 2094226"/>
              <a:gd name="connsiteX76" fmla="*/ 444445 w 1363937"/>
              <a:gd name="connsiteY76" fmla="*/ 2092900 h 2094226"/>
              <a:gd name="connsiteX77" fmla="*/ 2107 w 1363937"/>
              <a:gd name="connsiteY77" fmla="*/ 1739095 h 2094226"/>
              <a:gd name="connsiteX78" fmla="*/ 4293 w 1363937"/>
              <a:gd name="connsiteY78" fmla="*/ 1716976 h 2094226"/>
              <a:gd name="connsiteX79" fmla="*/ 22550 w 1363937"/>
              <a:gd name="connsiteY79" fmla="*/ 1713036 h 2094226"/>
              <a:gd name="connsiteX80" fmla="*/ 304303 w 1363937"/>
              <a:gd name="connsiteY80" fmla="*/ 1867076 h 2094226"/>
              <a:gd name="connsiteX81" fmla="*/ 306643 w 1363937"/>
              <a:gd name="connsiteY81" fmla="*/ 1869222 h 2094226"/>
              <a:gd name="connsiteX82" fmla="*/ 299817 w 1363937"/>
              <a:gd name="connsiteY82" fmla="*/ 1856934 h 2094226"/>
              <a:gd name="connsiteX83" fmla="*/ 194981 w 1363937"/>
              <a:gd name="connsiteY83" fmla="*/ 1605753 h 2094226"/>
              <a:gd name="connsiteX84" fmla="*/ 151974 w 1363937"/>
              <a:gd name="connsiteY84" fmla="*/ 1350084 h 2094226"/>
              <a:gd name="connsiteX85" fmla="*/ 140219 w 1363937"/>
              <a:gd name="connsiteY85" fmla="*/ 1037771 h 2094226"/>
              <a:gd name="connsiteX86" fmla="*/ 142444 w 1363937"/>
              <a:gd name="connsiteY86" fmla="*/ 1016550 h 2094226"/>
              <a:gd name="connsiteX87" fmla="*/ 161559 w 1363937"/>
              <a:gd name="connsiteY87" fmla="*/ 1011673 h 2094226"/>
              <a:gd name="connsiteX88" fmla="*/ 182311 w 1363937"/>
              <a:gd name="connsiteY88" fmla="*/ 1023804 h 2094226"/>
              <a:gd name="connsiteX89" fmla="*/ 359628 w 1363937"/>
              <a:gd name="connsiteY89" fmla="*/ 1277674 h 2094226"/>
              <a:gd name="connsiteX90" fmla="*/ 441291 w 1363937"/>
              <a:gd name="connsiteY90" fmla="*/ 1554135 h 2094226"/>
              <a:gd name="connsiteX91" fmla="*/ 517012 w 1363937"/>
              <a:gd name="connsiteY91" fmla="*/ 1973332 h 2094226"/>
              <a:gd name="connsiteX92" fmla="*/ 516192 w 1363937"/>
              <a:gd name="connsiteY92" fmla="*/ 1985503 h 2094226"/>
              <a:gd name="connsiteX93" fmla="*/ 517012 w 1363937"/>
              <a:gd name="connsiteY93" fmla="*/ 1983670 h 2094226"/>
              <a:gd name="connsiteX94" fmla="*/ 538669 w 1363937"/>
              <a:gd name="connsiteY94" fmla="*/ 1892386 h 2094226"/>
              <a:gd name="connsiteX95" fmla="*/ 595133 w 1363937"/>
              <a:gd name="connsiteY95" fmla="*/ 1691717 h 2094226"/>
              <a:gd name="connsiteX96" fmla="*/ 601024 w 1363937"/>
              <a:gd name="connsiteY96" fmla="*/ 1682472 h 2094226"/>
              <a:gd name="connsiteX97" fmla="*/ 600478 w 1363937"/>
              <a:gd name="connsiteY97" fmla="*/ 1680248 h 2094226"/>
              <a:gd name="connsiteX98" fmla="*/ 602741 w 1363937"/>
              <a:gd name="connsiteY98" fmla="*/ 1670262 h 2094226"/>
              <a:gd name="connsiteX99" fmla="*/ 607111 w 1363937"/>
              <a:gd name="connsiteY99" fmla="*/ 1667375 h 2094226"/>
              <a:gd name="connsiteX100" fmla="*/ 608047 w 1363937"/>
              <a:gd name="connsiteY100" fmla="*/ 1668233 h 2094226"/>
              <a:gd name="connsiteX101" fmla="*/ 611597 w 1363937"/>
              <a:gd name="connsiteY101" fmla="*/ 1667180 h 2094226"/>
              <a:gd name="connsiteX102" fmla="*/ 613196 w 1363937"/>
              <a:gd name="connsiteY102" fmla="*/ 1662615 h 2094226"/>
              <a:gd name="connsiteX103" fmla="*/ 616278 w 1363937"/>
              <a:gd name="connsiteY103" fmla="*/ 1661133 h 2094226"/>
              <a:gd name="connsiteX104" fmla="*/ 626890 w 1363937"/>
              <a:gd name="connsiteY104" fmla="*/ 1646738 h 2094226"/>
              <a:gd name="connsiteX105" fmla="*/ 762930 w 1363937"/>
              <a:gd name="connsiteY105" fmla="*/ 1477664 h 2094226"/>
              <a:gd name="connsiteX106" fmla="*/ 768392 w 1363937"/>
              <a:gd name="connsiteY106" fmla="*/ 1468887 h 2094226"/>
              <a:gd name="connsiteX107" fmla="*/ 765116 w 1363937"/>
              <a:gd name="connsiteY107" fmla="*/ 1465883 h 2094226"/>
              <a:gd name="connsiteX108" fmla="*/ 750646 w 1363937"/>
              <a:gd name="connsiteY108" fmla="*/ 1432803 h 2094226"/>
              <a:gd name="connsiteX109" fmla="*/ 751543 w 1363937"/>
              <a:gd name="connsiteY109" fmla="*/ 1432764 h 2094226"/>
              <a:gd name="connsiteX110" fmla="*/ 752791 w 1363937"/>
              <a:gd name="connsiteY110" fmla="*/ 1430463 h 2094226"/>
              <a:gd name="connsiteX111" fmla="*/ 432915 w 1363937"/>
              <a:gd name="connsiteY111" fmla="*/ 946829 h 2094226"/>
              <a:gd name="connsiteX112" fmla="*/ 459766 w 1363937"/>
              <a:gd name="connsiteY112" fmla="*/ 322709 h 2094226"/>
              <a:gd name="connsiteX113" fmla="*/ 461443 w 1363937"/>
              <a:gd name="connsiteY113" fmla="*/ 319940 h 2094226"/>
              <a:gd name="connsiteX114" fmla="*/ 469011 w 1363937"/>
              <a:gd name="connsiteY114" fmla="*/ 318262 h 2094226"/>
              <a:gd name="connsiteX115" fmla="*/ 493118 w 1363937"/>
              <a:gd name="connsiteY115" fmla="*/ 335191 h 2094226"/>
              <a:gd name="connsiteX116" fmla="*/ 802886 w 1363937"/>
              <a:gd name="connsiteY116" fmla="*/ 886234 h 2094226"/>
              <a:gd name="connsiteX117" fmla="*/ 849584 w 1363937"/>
              <a:gd name="connsiteY117" fmla="*/ 1309841 h 2094226"/>
              <a:gd name="connsiteX118" fmla="*/ 848959 w 1363937"/>
              <a:gd name="connsiteY118" fmla="*/ 1316161 h 2094226"/>
              <a:gd name="connsiteX119" fmla="*/ 857192 w 1363937"/>
              <a:gd name="connsiteY119" fmla="*/ 1298723 h 2094226"/>
              <a:gd name="connsiteX120" fmla="*/ 995069 w 1363937"/>
              <a:gd name="connsiteY120" fmla="*/ 1089118 h 2094226"/>
              <a:gd name="connsiteX121" fmla="*/ 1091585 w 1363937"/>
              <a:gd name="connsiteY121" fmla="*/ 1003566 h 2094226"/>
              <a:gd name="connsiteX122" fmla="*/ 1103367 w 1363937"/>
              <a:gd name="connsiteY122" fmla="*/ 995413 h 2094226"/>
              <a:gd name="connsiteX123" fmla="*/ 1101962 w 1363937"/>
              <a:gd name="connsiteY123" fmla="*/ 994126 h 2094226"/>
              <a:gd name="connsiteX124" fmla="*/ 836936 w 1363937"/>
              <a:gd name="connsiteY124" fmla="*/ 3362 h 2094226"/>
              <a:gd name="connsiteX125" fmla="*/ 838184 w 1363937"/>
              <a:gd name="connsiteY125" fmla="*/ 1060 h 2094226"/>
              <a:gd name="connsiteX126" fmla="*/ 871257 w 1363937"/>
              <a:gd name="connsiteY126" fmla="*/ 89963 h 2094226"/>
              <a:gd name="connsiteX127" fmla="*/ 1117060 w 1363937"/>
              <a:gd name="connsiteY127" fmla="*/ 979536 h 2094226"/>
              <a:gd name="connsiteX128" fmla="*/ 1120844 w 1363937"/>
              <a:gd name="connsiteY128" fmla="*/ 983865 h 2094226"/>
              <a:gd name="connsiteX129" fmla="*/ 1129582 w 1363937"/>
              <a:gd name="connsiteY129" fmla="*/ 978092 h 2094226"/>
              <a:gd name="connsiteX130" fmla="*/ 1142300 w 1363937"/>
              <a:gd name="connsiteY130" fmla="*/ 970796 h 2094226"/>
              <a:gd name="connsiteX131" fmla="*/ 1145265 w 1363937"/>
              <a:gd name="connsiteY131" fmla="*/ 966622 h 2094226"/>
              <a:gd name="connsiteX132" fmla="*/ 1148620 w 1363937"/>
              <a:gd name="connsiteY132" fmla="*/ 961083 h 2094226"/>
              <a:gd name="connsiteX133" fmla="*/ 1149830 w 1363937"/>
              <a:gd name="connsiteY133" fmla="*/ 957884 h 2094226"/>
              <a:gd name="connsiteX134" fmla="*/ 1152366 w 1363937"/>
              <a:gd name="connsiteY134" fmla="*/ 954178 h 2094226"/>
              <a:gd name="connsiteX135" fmla="*/ 1155331 w 1363937"/>
              <a:gd name="connsiteY135" fmla="*/ 950004 h 2094226"/>
              <a:gd name="connsiteX136" fmla="*/ 1084849 w 1363937"/>
              <a:gd name="connsiteY136" fmla="*/ 382256 h 2094226"/>
              <a:gd name="connsiteX137" fmla="*/ 871257 w 1363937"/>
              <a:gd name="connsiteY137" fmla="*/ 89963 h 2094226"/>
              <a:gd name="connsiteX138" fmla="*/ 499355 w 1363937"/>
              <a:gd name="connsiteY138" fmla="*/ 385709 h 2094226"/>
              <a:gd name="connsiteX139" fmla="*/ 457806 w 1363937"/>
              <a:gd name="connsiteY139" fmla="*/ 909340 h 2094226"/>
              <a:gd name="connsiteX140" fmla="*/ 765979 w 1363937"/>
              <a:gd name="connsiteY140" fmla="*/ 1402921 h 2094226"/>
              <a:gd name="connsiteX141" fmla="*/ 767425 w 1363937"/>
              <a:gd name="connsiteY141" fmla="*/ 897666 h 2094226"/>
              <a:gd name="connsiteX142" fmla="*/ 499355 w 1363937"/>
              <a:gd name="connsiteY142" fmla="*/ 385709 h 2094226"/>
              <a:gd name="connsiteX143" fmla="*/ 209843 w 1363937"/>
              <a:gd name="connsiteY143" fmla="*/ 1130027 h 2094226"/>
              <a:gd name="connsiteX144" fmla="*/ 226194 w 1363937"/>
              <a:gd name="connsiteY144" fmla="*/ 1537875 h 2094226"/>
              <a:gd name="connsiteX145" fmla="*/ 457714 w 1363937"/>
              <a:gd name="connsiteY145" fmla="*/ 2025802 h 2094226"/>
              <a:gd name="connsiteX146" fmla="*/ 390968 w 1363937"/>
              <a:gd name="connsiteY146" fmla="*/ 1554526 h 2094226"/>
              <a:gd name="connsiteX147" fmla="*/ 315312 w 1363937"/>
              <a:gd name="connsiteY147" fmla="*/ 1292188 h 2094226"/>
              <a:gd name="connsiteX148" fmla="*/ 209843 w 1363937"/>
              <a:gd name="connsiteY148" fmla="*/ 1130027 h 2094226"/>
              <a:gd name="connsiteX149" fmla="*/ 70409 w 1363937"/>
              <a:gd name="connsiteY149" fmla="*/ 1780170 h 2094226"/>
              <a:gd name="connsiteX150" fmla="*/ 394051 w 1363937"/>
              <a:gd name="connsiteY150" fmla="*/ 2019134 h 2094226"/>
              <a:gd name="connsiteX151" fmla="*/ 70409 w 1363937"/>
              <a:gd name="connsiteY151" fmla="*/ 1780170 h 2094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</a:cxnLst>
            <a:rect l="l" t="t" r="r" b="b"/>
            <a:pathLst>
              <a:path w="1363937" h="2094226">
                <a:moveTo>
                  <a:pt x="838184" y="1060"/>
                </a:moveTo>
                <a:cubicBezTo>
                  <a:pt x="845909" y="-7366"/>
                  <a:pt x="878400" y="37065"/>
                  <a:pt x="880467" y="43268"/>
                </a:cubicBezTo>
                <a:cubicBezTo>
                  <a:pt x="914786" y="160881"/>
                  <a:pt x="1004540" y="240575"/>
                  <a:pt x="1076075" y="335445"/>
                </a:cubicBezTo>
                <a:cubicBezTo>
                  <a:pt x="1124715" y="399849"/>
                  <a:pt x="1162938" y="472796"/>
                  <a:pt x="1187859" y="549917"/>
                </a:cubicBezTo>
                <a:cubicBezTo>
                  <a:pt x="1212117" y="622124"/>
                  <a:pt x="1233527" y="701196"/>
                  <a:pt x="1239137" y="778709"/>
                </a:cubicBezTo>
                <a:lnTo>
                  <a:pt x="1239722" y="781829"/>
                </a:lnTo>
                <a:lnTo>
                  <a:pt x="1250257" y="755302"/>
                </a:lnTo>
                <a:cubicBezTo>
                  <a:pt x="1265357" y="720037"/>
                  <a:pt x="1281354" y="684732"/>
                  <a:pt x="1298248" y="649389"/>
                </a:cubicBezTo>
                <a:lnTo>
                  <a:pt x="1363793" y="533722"/>
                </a:lnTo>
                <a:lnTo>
                  <a:pt x="1363627" y="654185"/>
                </a:lnTo>
                <a:lnTo>
                  <a:pt x="1259452" y="894684"/>
                </a:lnTo>
                <a:lnTo>
                  <a:pt x="1363651" y="830822"/>
                </a:lnTo>
                <a:lnTo>
                  <a:pt x="1363762" y="905877"/>
                </a:lnTo>
                <a:lnTo>
                  <a:pt x="1359393" y="908763"/>
                </a:lnTo>
                <a:lnTo>
                  <a:pt x="1336610" y="922340"/>
                </a:lnTo>
                <a:lnTo>
                  <a:pt x="1363761" y="916214"/>
                </a:lnTo>
                <a:lnTo>
                  <a:pt x="1363678" y="976445"/>
                </a:lnTo>
                <a:lnTo>
                  <a:pt x="1293889" y="994314"/>
                </a:lnTo>
                <a:cubicBezTo>
                  <a:pt x="1250002" y="1008359"/>
                  <a:pt x="1208495" y="1025447"/>
                  <a:pt x="1171122" y="1044602"/>
                </a:cubicBezTo>
                <a:lnTo>
                  <a:pt x="1161447" y="1049518"/>
                </a:lnTo>
                <a:lnTo>
                  <a:pt x="1157156" y="1054199"/>
                </a:lnTo>
                <a:cubicBezTo>
                  <a:pt x="1152435" y="1059349"/>
                  <a:pt x="1147715" y="1064498"/>
                  <a:pt x="1142526" y="1069218"/>
                </a:cubicBezTo>
                <a:cubicBezTo>
                  <a:pt x="1141239" y="1070623"/>
                  <a:pt x="1139444" y="1070701"/>
                  <a:pt x="1137182" y="1070350"/>
                </a:cubicBezTo>
                <a:lnTo>
                  <a:pt x="1136284" y="1070389"/>
                </a:lnTo>
                <a:lnTo>
                  <a:pt x="1137337" y="1073939"/>
                </a:lnTo>
                <a:cubicBezTo>
                  <a:pt x="1166977" y="1166586"/>
                  <a:pt x="1247140" y="1180627"/>
                  <a:pt x="1334601" y="1166034"/>
                </a:cubicBezTo>
                <a:lnTo>
                  <a:pt x="1363936" y="1158466"/>
                </a:lnTo>
                <a:lnTo>
                  <a:pt x="1363815" y="1217800"/>
                </a:lnTo>
                <a:lnTo>
                  <a:pt x="1326677" y="1221663"/>
                </a:lnTo>
                <a:cubicBezTo>
                  <a:pt x="1227710" y="1219677"/>
                  <a:pt x="1135496" y="1166158"/>
                  <a:pt x="1097938" y="1077451"/>
                </a:cubicBezTo>
                <a:cubicBezTo>
                  <a:pt x="1093335" y="1074954"/>
                  <a:pt x="1089161" y="1071990"/>
                  <a:pt x="1084948" y="1068128"/>
                </a:cubicBezTo>
                <a:lnTo>
                  <a:pt x="1083544" y="1066841"/>
                </a:lnTo>
                <a:lnTo>
                  <a:pt x="1078355" y="1071561"/>
                </a:lnTo>
                <a:cubicBezTo>
                  <a:pt x="1054480" y="1091028"/>
                  <a:pt x="1031580" y="1112250"/>
                  <a:pt x="1010552" y="1135188"/>
                </a:cubicBezTo>
                <a:cubicBezTo>
                  <a:pt x="985661" y="1162340"/>
                  <a:pt x="962682" y="1192105"/>
                  <a:pt x="942473" y="1223548"/>
                </a:cubicBezTo>
                <a:cubicBezTo>
                  <a:pt x="889101" y="1309021"/>
                  <a:pt x="863346" y="1409472"/>
                  <a:pt x="811378" y="1496231"/>
                </a:cubicBezTo>
                <a:cubicBezTo>
                  <a:pt x="788321" y="1534540"/>
                  <a:pt x="759217" y="1568167"/>
                  <a:pt x="729177" y="1600937"/>
                </a:cubicBezTo>
                <a:cubicBezTo>
                  <a:pt x="722310" y="1608427"/>
                  <a:pt x="715873" y="1615449"/>
                  <a:pt x="709007" y="1622939"/>
                </a:cubicBezTo>
                <a:cubicBezTo>
                  <a:pt x="701282" y="1631365"/>
                  <a:pt x="693558" y="1639792"/>
                  <a:pt x="685833" y="1648218"/>
                </a:cubicBezTo>
                <a:lnTo>
                  <a:pt x="684117" y="1650091"/>
                </a:lnTo>
                <a:lnTo>
                  <a:pt x="693479" y="1648335"/>
                </a:lnTo>
                <a:cubicBezTo>
                  <a:pt x="853030" y="1617122"/>
                  <a:pt x="1014179" y="1612357"/>
                  <a:pt x="1167257" y="1556256"/>
                </a:cubicBezTo>
                <a:cubicBezTo>
                  <a:pt x="1200416" y="1543576"/>
                  <a:pt x="1237593" y="1530273"/>
                  <a:pt x="1276681" y="1519583"/>
                </a:cubicBezTo>
                <a:lnTo>
                  <a:pt x="1363479" y="1500075"/>
                </a:lnTo>
                <a:lnTo>
                  <a:pt x="1363747" y="1558044"/>
                </a:lnTo>
                <a:lnTo>
                  <a:pt x="1329535" y="1567173"/>
                </a:lnTo>
                <a:cubicBezTo>
                  <a:pt x="1246170" y="1593273"/>
                  <a:pt x="1164559" y="1628736"/>
                  <a:pt x="1100192" y="1647268"/>
                </a:cubicBezTo>
                <a:cubicBezTo>
                  <a:pt x="1030051" y="1667400"/>
                  <a:pt x="955466" y="1657611"/>
                  <a:pt x="882596" y="1666624"/>
                </a:cubicBezTo>
                <a:cubicBezTo>
                  <a:pt x="823574" y="1673687"/>
                  <a:pt x="765292" y="1687459"/>
                  <a:pt x="707518" y="1702558"/>
                </a:cubicBezTo>
                <a:cubicBezTo>
                  <a:pt x="860624" y="1771405"/>
                  <a:pt x="1017478" y="1812673"/>
                  <a:pt x="1180662" y="1730512"/>
                </a:cubicBezTo>
                <a:cubicBezTo>
                  <a:pt x="1217605" y="1711825"/>
                  <a:pt x="1252599" y="1689628"/>
                  <a:pt x="1287592" y="1667430"/>
                </a:cubicBezTo>
                <a:lnTo>
                  <a:pt x="1363937" y="1624555"/>
                </a:lnTo>
                <a:lnTo>
                  <a:pt x="1363892" y="1696021"/>
                </a:lnTo>
                <a:lnTo>
                  <a:pt x="1281110" y="1745918"/>
                </a:lnTo>
                <a:cubicBezTo>
                  <a:pt x="1242996" y="1768701"/>
                  <a:pt x="1203945" y="1790626"/>
                  <a:pt x="1161931" y="1806387"/>
                </a:cubicBezTo>
                <a:cubicBezTo>
                  <a:pt x="985524" y="1873841"/>
                  <a:pt x="808662" y="1796140"/>
                  <a:pt x="649744" y="1717657"/>
                </a:cubicBezTo>
                <a:cubicBezTo>
                  <a:pt x="646623" y="1718242"/>
                  <a:pt x="643970" y="1719257"/>
                  <a:pt x="641747" y="1719803"/>
                </a:cubicBezTo>
                <a:cubicBezTo>
                  <a:pt x="639094" y="1720817"/>
                  <a:pt x="636831" y="1720466"/>
                  <a:pt x="634101" y="1719686"/>
                </a:cubicBezTo>
                <a:lnTo>
                  <a:pt x="631838" y="1719335"/>
                </a:lnTo>
                <a:lnTo>
                  <a:pt x="625518" y="1729049"/>
                </a:lnTo>
                <a:cubicBezTo>
                  <a:pt x="571131" y="1822206"/>
                  <a:pt x="589574" y="1926128"/>
                  <a:pt x="554301" y="2024746"/>
                </a:cubicBezTo>
                <a:lnTo>
                  <a:pt x="543572" y="2046787"/>
                </a:lnTo>
                <a:lnTo>
                  <a:pt x="555509" y="2042222"/>
                </a:lnTo>
                <a:cubicBezTo>
                  <a:pt x="613830" y="2019009"/>
                  <a:pt x="674725" y="2003325"/>
                  <a:pt x="737336" y="1996106"/>
                </a:cubicBezTo>
                <a:cubicBezTo>
                  <a:pt x="755203" y="1993531"/>
                  <a:pt x="773537" y="1991385"/>
                  <a:pt x="791950" y="1991033"/>
                </a:cubicBezTo>
                <a:cubicBezTo>
                  <a:pt x="847109" y="1988184"/>
                  <a:pt x="899225" y="1998052"/>
                  <a:pt x="924187" y="2055395"/>
                </a:cubicBezTo>
                <a:cubicBezTo>
                  <a:pt x="926215" y="2060700"/>
                  <a:pt x="928476" y="2071389"/>
                  <a:pt x="923756" y="2076539"/>
                </a:cubicBezTo>
                <a:cubicBezTo>
                  <a:pt x="923327" y="2077007"/>
                  <a:pt x="922897" y="2077475"/>
                  <a:pt x="922468" y="2077943"/>
                </a:cubicBezTo>
                <a:lnTo>
                  <a:pt x="892157" y="2094094"/>
                </a:lnTo>
                <a:lnTo>
                  <a:pt x="746963" y="2093670"/>
                </a:lnTo>
                <a:lnTo>
                  <a:pt x="789875" y="2077869"/>
                </a:lnTo>
                <a:cubicBezTo>
                  <a:pt x="814998" y="2066439"/>
                  <a:pt x="839614" y="2053682"/>
                  <a:pt x="861968" y="2040574"/>
                </a:cubicBezTo>
                <a:cubicBezTo>
                  <a:pt x="816678" y="2032656"/>
                  <a:pt x="701013" y="2060162"/>
                  <a:pt x="678777" y="2065624"/>
                </a:cubicBezTo>
                <a:lnTo>
                  <a:pt x="600444" y="2093753"/>
                </a:lnTo>
                <a:lnTo>
                  <a:pt x="522698" y="2093990"/>
                </a:lnTo>
                <a:lnTo>
                  <a:pt x="444952" y="2094226"/>
                </a:lnTo>
                <a:lnTo>
                  <a:pt x="444445" y="2092900"/>
                </a:lnTo>
                <a:cubicBezTo>
                  <a:pt x="268949" y="2005251"/>
                  <a:pt x="87678" y="1929538"/>
                  <a:pt x="2107" y="1739095"/>
                </a:cubicBezTo>
                <a:cubicBezTo>
                  <a:pt x="-1404" y="1730708"/>
                  <a:pt x="-427" y="1722126"/>
                  <a:pt x="4293" y="1716976"/>
                </a:cubicBezTo>
                <a:cubicBezTo>
                  <a:pt x="8155" y="1712763"/>
                  <a:pt x="14826" y="1711125"/>
                  <a:pt x="22550" y="1713036"/>
                </a:cubicBezTo>
                <a:cubicBezTo>
                  <a:pt x="126429" y="1745372"/>
                  <a:pt x="221764" y="1798305"/>
                  <a:pt x="304303" y="1867076"/>
                </a:cubicBezTo>
                <a:lnTo>
                  <a:pt x="306643" y="1869222"/>
                </a:lnTo>
                <a:lnTo>
                  <a:pt x="299817" y="1856934"/>
                </a:lnTo>
                <a:cubicBezTo>
                  <a:pt x="258123" y="1776497"/>
                  <a:pt x="223021" y="1692627"/>
                  <a:pt x="194981" y="1605753"/>
                </a:cubicBezTo>
                <a:cubicBezTo>
                  <a:pt x="169319" y="1521922"/>
                  <a:pt x="151733" y="1437739"/>
                  <a:pt x="151974" y="1350084"/>
                </a:cubicBezTo>
                <a:cubicBezTo>
                  <a:pt x="153699" y="1244835"/>
                  <a:pt x="174344" y="1140561"/>
                  <a:pt x="140219" y="1037771"/>
                </a:cubicBezTo>
                <a:cubicBezTo>
                  <a:pt x="137099" y="1028019"/>
                  <a:pt x="138582" y="1020763"/>
                  <a:pt x="142444" y="1016550"/>
                </a:cubicBezTo>
                <a:cubicBezTo>
                  <a:pt x="146736" y="1011868"/>
                  <a:pt x="153875" y="1010659"/>
                  <a:pt x="161559" y="1011673"/>
                </a:cubicBezTo>
                <a:cubicBezTo>
                  <a:pt x="168815" y="1013155"/>
                  <a:pt x="177085" y="1017290"/>
                  <a:pt x="182311" y="1023804"/>
                </a:cubicBezTo>
                <a:cubicBezTo>
                  <a:pt x="247373" y="1104123"/>
                  <a:pt x="312512" y="1186237"/>
                  <a:pt x="359628" y="1277674"/>
                </a:cubicBezTo>
                <a:cubicBezTo>
                  <a:pt x="404871" y="1367396"/>
                  <a:pt x="414265" y="1459576"/>
                  <a:pt x="441291" y="1554135"/>
                </a:cubicBezTo>
                <a:cubicBezTo>
                  <a:pt x="484150" y="1702839"/>
                  <a:pt x="520769" y="1832038"/>
                  <a:pt x="517012" y="1973332"/>
                </a:cubicBezTo>
                <a:lnTo>
                  <a:pt x="516192" y="1985503"/>
                </a:lnTo>
                <a:lnTo>
                  <a:pt x="517012" y="1983670"/>
                </a:lnTo>
                <a:cubicBezTo>
                  <a:pt x="527430" y="1954451"/>
                  <a:pt x="535117" y="1924452"/>
                  <a:pt x="538669" y="1892386"/>
                </a:cubicBezTo>
                <a:cubicBezTo>
                  <a:pt x="547024" y="1815614"/>
                  <a:pt x="556508" y="1754524"/>
                  <a:pt x="595133" y="1691717"/>
                </a:cubicBezTo>
                <a:lnTo>
                  <a:pt x="601024" y="1682472"/>
                </a:lnTo>
                <a:lnTo>
                  <a:pt x="600478" y="1680248"/>
                </a:lnTo>
                <a:cubicBezTo>
                  <a:pt x="599854" y="1676230"/>
                  <a:pt x="600596" y="1672602"/>
                  <a:pt x="602741" y="1670262"/>
                </a:cubicBezTo>
                <a:cubicBezTo>
                  <a:pt x="604029" y="1668857"/>
                  <a:pt x="605355" y="1668350"/>
                  <a:pt x="607111" y="1667375"/>
                </a:cubicBezTo>
                <a:lnTo>
                  <a:pt x="608047" y="1668233"/>
                </a:lnTo>
                <a:cubicBezTo>
                  <a:pt x="609373" y="1667726"/>
                  <a:pt x="610270" y="1667687"/>
                  <a:pt x="611597" y="1667180"/>
                </a:cubicBezTo>
                <a:cubicBezTo>
                  <a:pt x="611519" y="1665385"/>
                  <a:pt x="612338" y="1663552"/>
                  <a:pt x="613196" y="1662615"/>
                </a:cubicBezTo>
                <a:cubicBezTo>
                  <a:pt x="614055" y="1661679"/>
                  <a:pt x="614913" y="1660743"/>
                  <a:pt x="616278" y="1661133"/>
                </a:cubicBezTo>
                <a:lnTo>
                  <a:pt x="626890" y="1646738"/>
                </a:lnTo>
                <a:cubicBezTo>
                  <a:pt x="672458" y="1588573"/>
                  <a:pt x="720990" y="1536571"/>
                  <a:pt x="762930" y="1477664"/>
                </a:cubicBezTo>
                <a:lnTo>
                  <a:pt x="768392" y="1468887"/>
                </a:lnTo>
                <a:lnTo>
                  <a:pt x="765116" y="1465883"/>
                </a:lnTo>
                <a:cubicBezTo>
                  <a:pt x="754311" y="1455117"/>
                  <a:pt x="746471" y="1440176"/>
                  <a:pt x="750646" y="1432803"/>
                </a:cubicBezTo>
                <a:lnTo>
                  <a:pt x="751543" y="1432764"/>
                </a:lnTo>
                <a:cubicBezTo>
                  <a:pt x="752401" y="1431828"/>
                  <a:pt x="752362" y="1430931"/>
                  <a:pt x="752791" y="1430463"/>
                </a:cubicBezTo>
                <a:cubicBezTo>
                  <a:pt x="613812" y="1293582"/>
                  <a:pt x="501556" y="1130368"/>
                  <a:pt x="432915" y="946829"/>
                </a:cubicBezTo>
                <a:cubicBezTo>
                  <a:pt x="354523" y="735398"/>
                  <a:pt x="398348" y="533482"/>
                  <a:pt x="459766" y="322709"/>
                </a:cubicBezTo>
                <a:cubicBezTo>
                  <a:pt x="460156" y="321344"/>
                  <a:pt x="461014" y="320408"/>
                  <a:pt x="461443" y="319940"/>
                </a:cubicBezTo>
                <a:cubicBezTo>
                  <a:pt x="463589" y="317599"/>
                  <a:pt x="466281" y="317482"/>
                  <a:pt x="469011" y="318262"/>
                </a:cubicBezTo>
                <a:cubicBezTo>
                  <a:pt x="478998" y="320524"/>
                  <a:pt x="491207" y="332578"/>
                  <a:pt x="493118" y="335191"/>
                </a:cubicBezTo>
                <a:cubicBezTo>
                  <a:pt x="644266" y="503904"/>
                  <a:pt x="743882" y="665870"/>
                  <a:pt x="802886" y="886234"/>
                </a:cubicBezTo>
                <a:cubicBezTo>
                  <a:pt x="839426" y="1023977"/>
                  <a:pt x="870505" y="1170497"/>
                  <a:pt x="849584" y="1309841"/>
                </a:cubicBezTo>
                <a:lnTo>
                  <a:pt x="848959" y="1316161"/>
                </a:lnTo>
                <a:lnTo>
                  <a:pt x="857192" y="1298723"/>
                </a:lnTo>
                <a:cubicBezTo>
                  <a:pt x="896481" y="1220156"/>
                  <a:pt x="939280" y="1149976"/>
                  <a:pt x="995069" y="1089118"/>
                </a:cubicBezTo>
                <a:cubicBezTo>
                  <a:pt x="1023392" y="1058222"/>
                  <a:pt x="1055421" y="1029860"/>
                  <a:pt x="1091585" y="1003566"/>
                </a:cubicBezTo>
                <a:lnTo>
                  <a:pt x="1103367" y="995413"/>
                </a:lnTo>
                <a:lnTo>
                  <a:pt x="1101962" y="994126"/>
                </a:lnTo>
                <a:cubicBezTo>
                  <a:pt x="853260" y="731676"/>
                  <a:pt x="745819" y="358355"/>
                  <a:pt x="836936" y="3362"/>
                </a:cubicBezTo>
                <a:cubicBezTo>
                  <a:pt x="837365" y="2894"/>
                  <a:pt x="837755" y="1528"/>
                  <a:pt x="838184" y="1060"/>
                </a:cubicBezTo>
                <a:close/>
                <a:moveTo>
                  <a:pt x="871257" y="89963"/>
                </a:moveTo>
                <a:cubicBezTo>
                  <a:pt x="803198" y="406647"/>
                  <a:pt x="889771" y="744470"/>
                  <a:pt x="1117060" y="979536"/>
                </a:cubicBezTo>
                <a:lnTo>
                  <a:pt x="1120844" y="983865"/>
                </a:lnTo>
                <a:lnTo>
                  <a:pt x="1129582" y="978092"/>
                </a:lnTo>
                <a:lnTo>
                  <a:pt x="1142300" y="970796"/>
                </a:lnTo>
                <a:lnTo>
                  <a:pt x="1145265" y="966622"/>
                </a:lnTo>
                <a:lnTo>
                  <a:pt x="1148620" y="961083"/>
                </a:lnTo>
                <a:lnTo>
                  <a:pt x="1149830" y="957884"/>
                </a:lnTo>
                <a:cubicBezTo>
                  <a:pt x="1150688" y="956948"/>
                  <a:pt x="1151508" y="955114"/>
                  <a:pt x="1152366" y="954178"/>
                </a:cubicBezTo>
                <a:lnTo>
                  <a:pt x="1155331" y="950004"/>
                </a:lnTo>
                <a:cubicBezTo>
                  <a:pt x="1247836" y="782375"/>
                  <a:pt x="1180332" y="531817"/>
                  <a:pt x="1084849" y="382256"/>
                </a:cubicBezTo>
                <a:cubicBezTo>
                  <a:pt x="1017410" y="278219"/>
                  <a:pt x="926681" y="196770"/>
                  <a:pt x="871257" y="89963"/>
                </a:cubicBezTo>
                <a:close/>
                <a:moveTo>
                  <a:pt x="499355" y="385709"/>
                </a:moveTo>
                <a:cubicBezTo>
                  <a:pt x="449292" y="557783"/>
                  <a:pt x="405665" y="733173"/>
                  <a:pt x="457806" y="909340"/>
                </a:cubicBezTo>
                <a:cubicBezTo>
                  <a:pt x="512248" y="1097093"/>
                  <a:pt x="626570" y="1266509"/>
                  <a:pt x="765979" y="1402921"/>
                </a:cubicBezTo>
                <a:cubicBezTo>
                  <a:pt x="838121" y="1242471"/>
                  <a:pt x="810673" y="1065680"/>
                  <a:pt x="767425" y="897666"/>
                </a:cubicBezTo>
                <a:cubicBezTo>
                  <a:pt x="715988" y="696298"/>
                  <a:pt x="630999" y="539989"/>
                  <a:pt x="499355" y="385709"/>
                </a:cubicBezTo>
                <a:close/>
                <a:moveTo>
                  <a:pt x="209843" y="1130027"/>
                </a:moveTo>
                <a:cubicBezTo>
                  <a:pt x="225124" y="1264650"/>
                  <a:pt x="193398" y="1403565"/>
                  <a:pt x="226194" y="1537875"/>
                </a:cubicBezTo>
                <a:cubicBezTo>
                  <a:pt x="269831" y="1714861"/>
                  <a:pt x="351113" y="1878973"/>
                  <a:pt x="457714" y="2025802"/>
                </a:cubicBezTo>
                <a:cubicBezTo>
                  <a:pt x="478909" y="1861726"/>
                  <a:pt x="439053" y="1720083"/>
                  <a:pt x="390968" y="1554526"/>
                </a:cubicBezTo>
                <a:cubicBezTo>
                  <a:pt x="365971" y="1465273"/>
                  <a:pt x="357630" y="1376643"/>
                  <a:pt x="315312" y="1292188"/>
                </a:cubicBezTo>
                <a:cubicBezTo>
                  <a:pt x="286293" y="1234571"/>
                  <a:pt x="248927" y="1181363"/>
                  <a:pt x="209843" y="1130027"/>
                </a:cubicBezTo>
                <a:close/>
                <a:moveTo>
                  <a:pt x="70409" y="1780170"/>
                </a:moveTo>
                <a:cubicBezTo>
                  <a:pt x="141591" y="1897978"/>
                  <a:pt x="269693" y="1960272"/>
                  <a:pt x="394051" y="2019134"/>
                </a:cubicBezTo>
                <a:cubicBezTo>
                  <a:pt x="311165" y="1911274"/>
                  <a:pt x="198785" y="1828070"/>
                  <a:pt x="70409" y="17801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defTabSz="1219200">
              <a:buClr>
                <a:srgbClr val="000000"/>
              </a:buClr>
            </a:pPr>
            <a:endParaRPr lang="zh-CN" altLang="en-US" sz="1865" kern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10975492" y="6807874"/>
            <a:ext cx="67876" cy="50126"/>
          </a:xfrm>
          <a:custGeom>
            <a:avLst/>
            <a:gdLst>
              <a:gd name="connsiteX0" fmla="*/ 18104 w 67876"/>
              <a:gd name="connsiteY0" fmla="*/ 1053 h 50126"/>
              <a:gd name="connsiteX1" fmla="*/ 33746 w 67876"/>
              <a:gd name="connsiteY1" fmla="*/ 9362 h 50126"/>
              <a:gd name="connsiteX2" fmla="*/ 67876 w 67876"/>
              <a:gd name="connsiteY2" fmla="*/ 50126 h 50126"/>
              <a:gd name="connsiteX3" fmla="*/ 0 w 67876"/>
              <a:gd name="connsiteY3" fmla="*/ 49933 h 50126"/>
              <a:gd name="connsiteX4" fmla="*/ 588 w 67876"/>
              <a:gd name="connsiteY4" fmla="*/ 11703 h 50126"/>
              <a:gd name="connsiteX5" fmla="*/ 3358 w 67876"/>
              <a:gd name="connsiteY5" fmla="*/ 3043 h 50126"/>
              <a:gd name="connsiteX6" fmla="*/ 18104 w 67876"/>
              <a:gd name="connsiteY6" fmla="*/ 1053 h 5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76" h="50126">
                <a:moveTo>
                  <a:pt x="18104" y="1053"/>
                </a:moveTo>
                <a:cubicBezTo>
                  <a:pt x="24033" y="3042"/>
                  <a:pt x="30002" y="5929"/>
                  <a:pt x="33746" y="9362"/>
                </a:cubicBezTo>
                <a:lnTo>
                  <a:pt x="67876" y="50126"/>
                </a:lnTo>
                <a:lnTo>
                  <a:pt x="0" y="49933"/>
                </a:lnTo>
                <a:lnTo>
                  <a:pt x="588" y="11703"/>
                </a:lnTo>
                <a:cubicBezTo>
                  <a:pt x="432" y="8114"/>
                  <a:pt x="1642" y="4916"/>
                  <a:pt x="3358" y="3043"/>
                </a:cubicBezTo>
                <a:cubicBezTo>
                  <a:pt x="6792" y="-702"/>
                  <a:pt x="12643" y="-507"/>
                  <a:pt x="18104" y="10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defTabSz="1219200">
              <a:buClr>
                <a:srgbClr val="000000"/>
              </a:buClr>
            </a:pPr>
            <a:endParaRPr lang="zh-CN" altLang="en-US" sz="1865" kern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14"/>
            </p:custDataLst>
          </p:nvPr>
        </p:nvSpPr>
        <p:spPr>
          <a:xfrm>
            <a:off x="458463" y="5380566"/>
            <a:ext cx="410913" cy="1477400"/>
          </a:xfrm>
          <a:custGeom>
            <a:avLst/>
            <a:gdLst>
              <a:gd name="connsiteX0" fmla="*/ 83903 w 410913"/>
              <a:gd name="connsiteY0" fmla="*/ 0 h 1477400"/>
              <a:gd name="connsiteX1" fmla="*/ 99652 w 410913"/>
              <a:gd name="connsiteY1" fmla="*/ 5467 h 1477400"/>
              <a:gd name="connsiteX2" fmla="*/ 109175 w 410913"/>
              <a:gd name="connsiteY2" fmla="*/ 18172 h 1477400"/>
              <a:gd name="connsiteX3" fmla="*/ 404717 w 410913"/>
              <a:gd name="connsiteY3" fmla="*/ 630613 h 1477400"/>
              <a:gd name="connsiteX4" fmla="*/ 225389 w 410913"/>
              <a:gd name="connsiteY4" fmla="*/ 1049441 h 1477400"/>
              <a:gd name="connsiteX5" fmla="*/ 219926 w 410913"/>
              <a:gd name="connsiteY5" fmla="*/ 1052487 h 1477400"/>
              <a:gd name="connsiteX6" fmla="*/ 224113 w 410913"/>
              <a:gd name="connsiteY6" fmla="*/ 1072303 h 1477400"/>
              <a:gd name="connsiteX7" fmla="*/ 306984 w 410913"/>
              <a:gd name="connsiteY7" fmla="*/ 1354431 h 1477400"/>
              <a:gd name="connsiteX8" fmla="*/ 360808 w 410913"/>
              <a:gd name="connsiteY8" fmla="*/ 1477400 h 1477400"/>
              <a:gd name="connsiteX9" fmla="*/ 306826 w 410913"/>
              <a:gd name="connsiteY9" fmla="*/ 1477381 h 1477400"/>
              <a:gd name="connsiteX10" fmla="*/ 260872 w 410913"/>
              <a:gd name="connsiteY10" fmla="*/ 1371434 h 1477400"/>
              <a:gd name="connsiteX11" fmla="*/ 176224 w 410913"/>
              <a:gd name="connsiteY11" fmla="*/ 1083209 h 1477400"/>
              <a:gd name="connsiteX12" fmla="*/ 169500 w 410913"/>
              <a:gd name="connsiteY12" fmla="*/ 1051961 h 1477400"/>
              <a:gd name="connsiteX13" fmla="*/ 164420 w 410913"/>
              <a:gd name="connsiteY13" fmla="*/ 1048149 h 1477400"/>
              <a:gd name="connsiteX14" fmla="*/ 78205 w 410913"/>
              <a:gd name="connsiteY14" fmla="*/ 930249 h 1477400"/>
              <a:gd name="connsiteX15" fmla="*/ 76301 w 410913"/>
              <a:gd name="connsiteY15" fmla="*/ 926437 h 1477400"/>
              <a:gd name="connsiteX16" fmla="*/ 46806 w 410913"/>
              <a:gd name="connsiteY16" fmla="*/ 32502 h 1477400"/>
              <a:gd name="connsiteX17" fmla="*/ 83903 w 410913"/>
              <a:gd name="connsiteY17" fmla="*/ 0 h 147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0913" h="1477400">
                <a:moveTo>
                  <a:pt x="83903" y="0"/>
                </a:moveTo>
                <a:cubicBezTo>
                  <a:pt x="89365" y="129"/>
                  <a:pt x="94572" y="1655"/>
                  <a:pt x="99652" y="5467"/>
                </a:cubicBezTo>
                <a:cubicBezTo>
                  <a:pt x="103208" y="8135"/>
                  <a:pt x="106509" y="12201"/>
                  <a:pt x="109175" y="18172"/>
                </a:cubicBezTo>
                <a:cubicBezTo>
                  <a:pt x="197273" y="225617"/>
                  <a:pt x="367432" y="400958"/>
                  <a:pt x="404717" y="630613"/>
                </a:cubicBezTo>
                <a:cubicBezTo>
                  <a:pt x="431603" y="796884"/>
                  <a:pt x="370846" y="962489"/>
                  <a:pt x="225389" y="1049441"/>
                </a:cubicBezTo>
                <a:lnTo>
                  <a:pt x="219926" y="1052487"/>
                </a:lnTo>
                <a:lnTo>
                  <a:pt x="224113" y="1072303"/>
                </a:lnTo>
                <a:cubicBezTo>
                  <a:pt x="245936" y="1168079"/>
                  <a:pt x="273474" y="1262588"/>
                  <a:pt x="306984" y="1354431"/>
                </a:cubicBezTo>
                <a:lnTo>
                  <a:pt x="360808" y="1477400"/>
                </a:lnTo>
                <a:lnTo>
                  <a:pt x="306826" y="1477381"/>
                </a:lnTo>
                <a:lnTo>
                  <a:pt x="260872" y="1371434"/>
                </a:lnTo>
                <a:cubicBezTo>
                  <a:pt x="226601" y="1277432"/>
                  <a:pt x="197919" y="1181272"/>
                  <a:pt x="176224" y="1083209"/>
                </a:cubicBezTo>
                <a:lnTo>
                  <a:pt x="169500" y="1051961"/>
                </a:lnTo>
                <a:lnTo>
                  <a:pt x="164420" y="1048149"/>
                </a:lnTo>
                <a:cubicBezTo>
                  <a:pt x="127338" y="1020319"/>
                  <a:pt x="91154" y="957434"/>
                  <a:pt x="78205" y="930249"/>
                </a:cubicBezTo>
                <a:lnTo>
                  <a:pt x="76301" y="926437"/>
                </a:lnTo>
                <a:cubicBezTo>
                  <a:pt x="-48740" y="644421"/>
                  <a:pt x="8880" y="326399"/>
                  <a:pt x="46806" y="32502"/>
                </a:cubicBezTo>
                <a:cubicBezTo>
                  <a:pt x="49223" y="14467"/>
                  <a:pt x="67137" y="121"/>
                  <a:pt x="839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defTabSz="1219200">
              <a:buClr>
                <a:srgbClr val="000000"/>
              </a:buClr>
            </a:pPr>
            <a:endParaRPr lang="zh-CN" altLang="en-US" sz="1865" kern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15"/>
            </p:custDataLst>
          </p:nvPr>
        </p:nvSpPr>
        <p:spPr>
          <a:xfrm>
            <a:off x="2341196" y="261299"/>
            <a:ext cx="1453967" cy="527470"/>
          </a:xfrm>
          <a:custGeom>
            <a:avLst/>
            <a:gdLst>
              <a:gd name="connsiteX0" fmla="*/ 54386 w 1453967"/>
              <a:gd name="connsiteY0" fmla="*/ 2520 h 527470"/>
              <a:gd name="connsiteX1" fmla="*/ 1453967 w 1453967"/>
              <a:gd name="connsiteY1" fmla="*/ 526939 h 527470"/>
              <a:gd name="connsiteX2" fmla="*/ 671150 w 1453967"/>
              <a:gd name="connsiteY2" fmla="*/ 445543 h 527470"/>
              <a:gd name="connsiteX3" fmla="*/ 250910 w 1453967"/>
              <a:gd name="connsiteY3" fmla="*/ 266077 h 527470"/>
              <a:gd name="connsiteX4" fmla="*/ 227 w 1453967"/>
              <a:gd name="connsiteY4" fmla="*/ 38139 h 527470"/>
              <a:gd name="connsiteX5" fmla="*/ 54386 w 1453967"/>
              <a:gd name="connsiteY5" fmla="*/ 2520 h 52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3967" h="527470">
                <a:moveTo>
                  <a:pt x="54386" y="2520"/>
                </a:moveTo>
                <a:cubicBezTo>
                  <a:pt x="563213" y="-27734"/>
                  <a:pt x="1049216" y="218460"/>
                  <a:pt x="1453967" y="526939"/>
                </a:cubicBezTo>
                <a:cubicBezTo>
                  <a:pt x="1191181" y="530778"/>
                  <a:pt x="925343" y="514845"/>
                  <a:pt x="671150" y="445543"/>
                </a:cubicBezTo>
                <a:cubicBezTo>
                  <a:pt x="523016" y="406232"/>
                  <a:pt x="382072" y="345260"/>
                  <a:pt x="250910" y="266077"/>
                </a:cubicBezTo>
                <a:cubicBezTo>
                  <a:pt x="211938" y="241903"/>
                  <a:pt x="7964" y="104541"/>
                  <a:pt x="227" y="38139"/>
                </a:cubicBezTo>
                <a:cubicBezTo>
                  <a:pt x="-2070" y="18437"/>
                  <a:pt x="12886" y="4994"/>
                  <a:pt x="54386" y="252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rot="0" spcFirstLastPara="1" vertOverflow="overflow" horzOverflow="overflow" vert="horz" wrap="square" lIns="121900" tIns="121900" rIns="121900" bIns="121900" numCol="1" spcCol="0" rtlCol="0" fromWordArt="0" anchor="ctr" anchorCtr="0" forceAA="0" compatLnSpc="1">
            <a:noAutofit/>
          </a:bodyPr>
          <a:lstStyle/>
          <a:p>
            <a:pPr lvl="0" defTabSz="1219200">
              <a:buClr>
                <a:srgbClr val="000000"/>
              </a:buClr>
              <a:buSzTx/>
              <a:buFontTx/>
            </a:pPr>
            <a:endParaRPr lang="zh-CN" altLang="en-US" sz="1865" kern="0">
              <a:solidFill>
                <a:srgbClr val="000000"/>
              </a:solidFill>
              <a:latin typeface="+mn-ea"/>
              <a:cs typeface="Times New Roman" panose="02020603050405020304" charset="0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 idx="16385" hasCustomPrompt="1"/>
            <p:custDataLst>
              <p:tags r:id="rId16"/>
            </p:custDataLst>
          </p:nvPr>
        </p:nvSpPr>
        <p:spPr>
          <a:xfrm>
            <a:off x="1903942" y="3530600"/>
            <a:ext cx="8384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文本占位符 6"/>
          <p:cNvSpPr>
            <a:spLocks noGrp="1"/>
          </p:cNvSpPr>
          <p:nvPr>
            <p:ph type="body" idx="16386" hasCustomPrompt="1"/>
            <p:custDataLst>
              <p:tags r:id="rId17"/>
            </p:custDataLst>
          </p:nvPr>
        </p:nvSpPr>
        <p:spPr>
          <a:xfrm>
            <a:off x="5332413" y="1905000"/>
            <a:ext cx="1527175" cy="1524000"/>
          </a:xfrm>
        </p:spPr>
        <p:txBody>
          <a:bodyPr vert="horz" wrap="none" lIns="0" tIns="0" rIns="0" bIns="0" anchor="ctr" anchorCtr="0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190" cy="6857365"/>
          </a:xfrm>
          <a:prstGeom prst="rect">
            <a:avLst/>
          </a:prstGeom>
          <a:solidFill>
            <a:schemeClr val="accent1">
              <a:alpha val="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3"/>
            </p:custDataLst>
          </p:nvPr>
        </p:nvSpPr>
        <p:spPr>
          <a:xfrm>
            <a:off x="0" y="818941"/>
            <a:ext cx="1018994" cy="2190671"/>
          </a:xfrm>
          <a:custGeom>
            <a:avLst/>
            <a:gdLst>
              <a:gd name="connsiteX0" fmla="*/ 161746 w 1018994"/>
              <a:gd name="connsiteY0" fmla="*/ 0 h 2190671"/>
              <a:gd name="connsiteX1" fmla="*/ 492724 w 1018994"/>
              <a:gd name="connsiteY1" fmla="*/ 49806 h 2190671"/>
              <a:gd name="connsiteX2" fmla="*/ 914950 w 1018994"/>
              <a:gd name="connsiteY2" fmla="*/ 1254071 h 2190671"/>
              <a:gd name="connsiteX3" fmla="*/ 512634 w 1018994"/>
              <a:gd name="connsiteY3" fmla="*/ 1804307 h 2190671"/>
              <a:gd name="connsiteX4" fmla="*/ 488 w 1018994"/>
              <a:gd name="connsiteY4" fmla="*/ 2190526 h 2190671"/>
              <a:gd name="connsiteX5" fmla="*/ 0 w 1018994"/>
              <a:gd name="connsiteY5" fmla="*/ 2190671 h 2190671"/>
              <a:gd name="connsiteX6" fmla="*/ 0 w 1018994"/>
              <a:gd name="connsiteY6" fmla="*/ 13151 h 2190671"/>
              <a:gd name="connsiteX7" fmla="*/ 19280 w 1018994"/>
              <a:gd name="connsiteY7" fmla="*/ 9351 h 2190671"/>
              <a:gd name="connsiteX8" fmla="*/ 161746 w 1018994"/>
              <a:gd name="connsiteY8" fmla="*/ 0 h 2190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8994" h="2190671">
                <a:moveTo>
                  <a:pt x="161746" y="0"/>
                </a:moveTo>
                <a:cubicBezTo>
                  <a:pt x="269097" y="0"/>
                  <a:pt x="379631" y="15853"/>
                  <a:pt x="492724" y="49806"/>
                </a:cubicBezTo>
                <a:cubicBezTo>
                  <a:pt x="980671" y="195978"/>
                  <a:pt x="1148563" y="815430"/>
                  <a:pt x="914950" y="1254071"/>
                </a:cubicBezTo>
                <a:cubicBezTo>
                  <a:pt x="805103" y="1460847"/>
                  <a:pt x="685706" y="1641658"/>
                  <a:pt x="512634" y="1804307"/>
                </a:cubicBezTo>
                <a:cubicBezTo>
                  <a:pt x="377142" y="1929969"/>
                  <a:pt x="188657" y="2117273"/>
                  <a:pt x="488" y="2190526"/>
                </a:cubicBezTo>
                <a:lnTo>
                  <a:pt x="0" y="2190671"/>
                </a:lnTo>
                <a:lnTo>
                  <a:pt x="0" y="13151"/>
                </a:lnTo>
                <a:lnTo>
                  <a:pt x="19280" y="9351"/>
                </a:lnTo>
                <a:cubicBezTo>
                  <a:pt x="66067" y="3186"/>
                  <a:pt x="113578" y="0"/>
                  <a:pt x="16174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" name="任意多边形: 形状 23"/>
          <p:cNvSpPr/>
          <p:nvPr userDrawn="1">
            <p:custDataLst>
              <p:tags r:id="rId4"/>
            </p:custDataLst>
          </p:nvPr>
        </p:nvSpPr>
        <p:spPr>
          <a:xfrm>
            <a:off x="4381912" y="4586336"/>
            <a:ext cx="3808908" cy="2271664"/>
          </a:xfrm>
          <a:custGeom>
            <a:avLst/>
            <a:gdLst>
              <a:gd name="connsiteX0" fmla="*/ 2255217 w 3808908"/>
              <a:gd name="connsiteY0" fmla="*/ 0 h 2271664"/>
              <a:gd name="connsiteX1" fmla="*/ 2256964 w 3808908"/>
              <a:gd name="connsiteY1" fmla="*/ 0 h 2271664"/>
              <a:gd name="connsiteX2" fmla="*/ 3742464 w 3808908"/>
              <a:gd name="connsiteY2" fmla="*/ 1236345 h 2271664"/>
              <a:gd name="connsiteX3" fmla="*/ 3806637 w 3808908"/>
              <a:gd name="connsiteY3" fmla="*/ 2029238 h 2271664"/>
              <a:gd name="connsiteX4" fmla="*/ 3789225 w 3808908"/>
              <a:gd name="connsiteY4" fmla="*/ 2271664 h 2271664"/>
              <a:gd name="connsiteX5" fmla="*/ 0 w 3808908"/>
              <a:gd name="connsiteY5" fmla="*/ 2271664 h 2271664"/>
              <a:gd name="connsiteX6" fmla="*/ 63354 w 3808908"/>
              <a:gd name="connsiteY6" fmla="*/ 2164869 h 2271664"/>
              <a:gd name="connsiteX7" fmla="*/ 580293 w 3808908"/>
              <a:gd name="connsiteY7" fmla="*/ 1447427 h 2271664"/>
              <a:gd name="connsiteX8" fmla="*/ 2255217 w 3808908"/>
              <a:gd name="connsiteY8" fmla="*/ 0 h 227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908" h="2271664">
                <a:moveTo>
                  <a:pt x="2255217" y="0"/>
                </a:moveTo>
                <a:cubicBezTo>
                  <a:pt x="2255841" y="0"/>
                  <a:pt x="2256403" y="0"/>
                  <a:pt x="2256964" y="0"/>
                </a:cubicBezTo>
                <a:cubicBezTo>
                  <a:pt x="2992443" y="0"/>
                  <a:pt x="3599788" y="542996"/>
                  <a:pt x="3742464" y="1236345"/>
                </a:cubicBezTo>
                <a:cubicBezTo>
                  <a:pt x="3796155" y="1496866"/>
                  <a:pt x="3816117" y="1762801"/>
                  <a:pt x="3806637" y="2029238"/>
                </a:cubicBezTo>
                <a:lnTo>
                  <a:pt x="3789225" y="2271664"/>
                </a:lnTo>
                <a:lnTo>
                  <a:pt x="0" y="2271664"/>
                </a:lnTo>
                <a:lnTo>
                  <a:pt x="63354" y="2164869"/>
                </a:lnTo>
                <a:cubicBezTo>
                  <a:pt x="222758" y="1915044"/>
                  <a:pt x="397734" y="1674955"/>
                  <a:pt x="580293" y="1447427"/>
                </a:cubicBezTo>
                <a:cubicBezTo>
                  <a:pt x="960078" y="975021"/>
                  <a:pt x="1576971" y="1747"/>
                  <a:pt x="2255217" y="0"/>
                </a:cubicBezTo>
                <a:close/>
              </a:path>
            </a:pathLst>
          </a:custGeom>
          <a:solidFill>
            <a:srgbClr val="CAB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9" name="任意多边形: 形状 68"/>
          <p:cNvSpPr/>
          <p:nvPr userDrawn="1">
            <p:custDataLst>
              <p:tags r:id="rId5"/>
            </p:custDataLst>
          </p:nvPr>
        </p:nvSpPr>
        <p:spPr>
          <a:xfrm>
            <a:off x="3567217" y="0"/>
            <a:ext cx="1751951" cy="1400913"/>
          </a:xfrm>
          <a:custGeom>
            <a:avLst/>
            <a:gdLst>
              <a:gd name="connsiteX0" fmla="*/ 247781 w 1751951"/>
              <a:gd name="connsiteY0" fmla="*/ 0 h 1400913"/>
              <a:gd name="connsiteX1" fmla="*/ 950722 w 1751951"/>
              <a:gd name="connsiteY1" fmla="*/ 0 h 1400913"/>
              <a:gd name="connsiteX2" fmla="*/ 1025761 w 1751951"/>
              <a:gd name="connsiteY2" fmla="*/ 43859 h 1400913"/>
              <a:gd name="connsiteX3" fmla="*/ 1447535 w 1751951"/>
              <a:gd name="connsiteY3" fmla="*/ 319102 h 1400913"/>
              <a:gd name="connsiteX4" fmla="*/ 1685454 w 1751951"/>
              <a:gd name="connsiteY4" fmla="*/ 482625 h 1400913"/>
              <a:gd name="connsiteX5" fmla="*/ 1731328 w 1751951"/>
              <a:gd name="connsiteY5" fmla="*/ 820032 h 1400913"/>
              <a:gd name="connsiteX6" fmla="*/ 1292687 w 1751951"/>
              <a:gd name="connsiteY6" fmla="*/ 1299367 h 1400913"/>
              <a:gd name="connsiteX7" fmla="*/ 969636 w 1751951"/>
              <a:gd name="connsiteY7" fmla="*/ 1400913 h 1400913"/>
              <a:gd name="connsiteX8" fmla="*/ 634290 w 1751951"/>
              <a:gd name="connsiteY8" fmla="*/ 1312349 h 1400913"/>
              <a:gd name="connsiteX9" fmla="*/ 174053 w 1751951"/>
              <a:gd name="connsiteY9" fmla="*/ 1053645 h 1400913"/>
              <a:gd name="connsiteX10" fmla="*/ 169409 w 1751951"/>
              <a:gd name="connsiteY10" fmla="*/ 101710 h 1400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51951" h="1400913">
                <a:moveTo>
                  <a:pt x="247781" y="0"/>
                </a:moveTo>
                <a:lnTo>
                  <a:pt x="950722" y="0"/>
                </a:lnTo>
                <a:lnTo>
                  <a:pt x="1025761" y="43859"/>
                </a:lnTo>
                <a:cubicBezTo>
                  <a:pt x="1180063" y="140600"/>
                  <a:pt x="1325423" y="253693"/>
                  <a:pt x="1447535" y="319102"/>
                </a:cubicBezTo>
                <a:cubicBezTo>
                  <a:pt x="1533228" y="364976"/>
                  <a:pt x="1625787" y="406481"/>
                  <a:pt x="1685454" y="482625"/>
                </a:cubicBezTo>
                <a:cubicBezTo>
                  <a:pt x="1758166" y="576058"/>
                  <a:pt x="1767653" y="707563"/>
                  <a:pt x="1731328" y="820032"/>
                </a:cubicBezTo>
                <a:cubicBezTo>
                  <a:pt x="1665607" y="1026807"/>
                  <a:pt x="1470066" y="1187709"/>
                  <a:pt x="1292687" y="1299367"/>
                </a:cubicBezTo>
                <a:cubicBezTo>
                  <a:pt x="1182840" y="1369894"/>
                  <a:pt x="1076612" y="1400913"/>
                  <a:pt x="969636" y="1400913"/>
                </a:cubicBezTo>
                <a:cubicBezTo>
                  <a:pt x="860100" y="1400913"/>
                  <a:pt x="749878" y="1368333"/>
                  <a:pt x="634290" y="1312349"/>
                </a:cubicBezTo>
                <a:cubicBezTo>
                  <a:pt x="482063" y="1237078"/>
                  <a:pt x="306432" y="1160060"/>
                  <a:pt x="174053" y="1053645"/>
                </a:cubicBezTo>
                <a:cubicBezTo>
                  <a:pt x="-99224" y="834871"/>
                  <a:pt x="-11531" y="379607"/>
                  <a:pt x="169409" y="10171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6"/>
            </p:custDataLst>
          </p:nvPr>
        </p:nvSpPr>
        <p:spPr>
          <a:xfrm>
            <a:off x="7126270" y="0"/>
            <a:ext cx="5065730" cy="4535031"/>
          </a:xfrm>
          <a:custGeom>
            <a:avLst/>
            <a:gdLst>
              <a:gd name="connsiteX0" fmla="*/ 0 w 5065730"/>
              <a:gd name="connsiteY0" fmla="*/ 0 h 4535031"/>
              <a:gd name="connsiteX1" fmla="*/ 3806154 w 5065730"/>
              <a:gd name="connsiteY1" fmla="*/ 0 h 4535031"/>
              <a:gd name="connsiteX2" fmla="*/ 3896433 w 5065730"/>
              <a:gd name="connsiteY2" fmla="*/ 222543 h 4535031"/>
              <a:gd name="connsiteX3" fmla="*/ 4401693 w 5065730"/>
              <a:gd name="connsiteY3" fmla="*/ 1276181 h 4535031"/>
              <a:gd name="connsiteX4" fmla="*/ 4921752 w 5065730"/>
              <a:gd name="connsiteY4" fmla="*/ 2058087 h 4535031"/>
              <a:gd name="connsiteX5" fmla="*/ 5065730 w 5065730"/>
              <a:gd name="connsiteY5" fmla="*/ 2263091 h 4535031"/>
              <a:gd name="connsiteX6" fmla="*/ 5065730 w 5065730"/>
              <a:gd name="connsiteY6" fmla="*/ 4433470 h 4535031"/>
              <a:gd name="connsiteX7" fmla="*/ 4949124 w 5065730"/>
              <a:gd name="connsiteY7" fmla="*/ 4479689 h 4535031"/>
              <a:gd name="connsiteX8" fmla="*/ 4804009 w 5065730"/>
              <a:gd name="connsiteY8" fmla="*/ 4515371 h 4535031"/>
              <a:gd name="connsiteX9" fmla="*/ 4572394 w 5065730"/>
              <a:gd name="connsiteY9" fmla="*/ 4535031 h 4535031"/>
              <a:gd name="connsiteX10" fmla="*/ 3793475 w 5065730"/>
              <a:gd name="connsiteY10" fmla="*/ 4376127 h 4535031"/>
              <a:gd name="connsiteX11" fmla="*/ 2920500 w 5065730"/>
              <a:gd name="connsiteY11" fmla="*/ 3980738 h 4535031"/>
              <a:gd name="connsiteX12" fmla="*/ 812988 w 5065730"/>
              <a:gd name="connsiteY12" fmla="*/ 1936327 h 4535031"/>
              <a:gd name="connsiteX13" fmla="*/ 42667 w 5065730"/>
              <a:gd name="connsiteY13" fmla="*/ 190496 h 4535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065730" h="4535031">
                <a:moveTo>
                  <a:pt x="0" y="0"/>
                </a:moveTo>
                <a:lnTo>
                  <a:pt x="3806154" y="0"/>
                </a:lnTo>
                <a:lnTo>
                  <a:pt x="3896433" y="222543"/>
                </a:lnTo>
                <a:cubicBezTo>
                  <a:pt x="4045032" y="576715"/>
                  <a:pt x="4205310" y="926230"/>
                  <a:pt x="4401693" y="1276181"/>
                </a:cubicBezTo>
                <a:cubicBezTo>
                  <a:pt x="4556978" y="1553047"/>
                  <a:pt x="4739739" y="1805243"/>
                  <a:pt x="4921752" y="2058087"/>
                </a:cubicBezTo>
                <a:lnTo>
                  <a:pt x="5065730" y="2263091"/>
                </a:lnTo>
                <a:lnTo>
                  <a:pt x="5065730" y="4433470"/>
                </a:lnTo>
                <a:lnTo>
                  <a:pt x="4949124" y="4479689"/>
                </a:lnTo>
                <a:cubicBezTo>
                  <a:pt x="4903253" y="4494315"/>
                  <a:pt x="4854891" y="4506290"/>
                  <a:pt x="4804009" y="4515371"/>
                </a:cubicBezTo>
                <a:cubicBezTo>
                  <a:pt x="4727178" y="4528977"/>
                  <a:pt x="4649848" y="4535031"/>
                  <a:pt x="4572394" y="4535031"/>
                </a:cubicBezTo>
                <a:cubicBezTo>
                  <a:pt x="4308946" y="4535031"/>
                  <a:pt x="4044252" y="4464379"/>
                  <a:pt x="3793475" y="4376127"/>
                </a:cubicBezTo>
                <a:cubicBezTo>
                  <a:pt x="3491519" y="4269712"/>
                  <a:pt x="3199986" y="4137333"/>
                  <a:pt x="2920500" y="3980738"/>
                </a:cubicBezTo>
                <a:cubicBezTo>
                  <a:pt x="2056200" y="3497971"/>
                  <a:pt x="1316539" y="2788519"/>
                  <a:pt x="812988" y="1936327"/>
                </a:cubicBezTo>
                <a:cubicBezTo>
                  <a:pt x="511731" y="1425829"/>
                  <a:pt x="200916" y="816789"/>
                  <a:pt x="42667" y="1904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9" name="任意多边形: 形状 228"/>
          <p:cNvSpPr/>
          <p:nvPr userDrawn="1">
            <p:custDataLst>
              <p:tags r:id="rId7"/>
            </p:custDataLst>
          </p:nvPr>
        </p:nvSpPr>
        <p:spPr>
          <a:xfrm>
            <a:off x="8619490" y="0"/>
            <a:ext cx="3572510" cy="2581275"/>
          </a:xfrm>
          <a:custGeom>
            <a:avLst/>
            <a:gdLst>
              <a:gd name="connsiteX0" fmla="*/ 2908101 w 2908101"/>
              <a:gd name="connsiteY0" fmla="*/ 0 h 1841787"/>
              <a:gd name="connsiteX1" fmla="*/ 2908101 w 2908101"/>
              <a:gd name="connsiteY1" fmla="*/ 31024 h 1841787"/>
              <a:gd name="connsiteX2" fmla="*/ 2824648 w 2908101"/>
              <a:gd name="connsiteY2" fmla="*/ 51991 h 1841787"/>
              <a:gd name="connsiteX3" fmla="*/ 1117823 w 2908101"/>
              <a:gd name="connsiteY3" fmla="*/ 959325 h 1841787"/>
              <a:gd name="connsiteX4" fmla="*/ 844390 w 2908101"/>
              <a:gd name="connsiteY4" fmla="*/ 1211912 h 1841787"/>
              <a:gd name="connsiteX5" fmla="*/ 11234 w 2908101"/>
              <a:gd name="connsiteY5" fmla="*/ 1841787 h 1841787"/>
              <a:gd name="connsiteX6" fmla="*/ 0 w 2908101"/>
              <a:gd name="connsiteY6" fmla="*/ 1815823 h 1841787"/>
              <a:gd name="connsiteX7" fmla="*/ 824543 w 2908101"/>
              <a:gd name="connsiteY7" fmla="*/ 1191191 h 1841787"/>
              <a:gd name="connsiteX8" fmla="*/ 1098787 w 2908101"/>
              <a:gd name="connsiteY8" fmla="*/ 937668 h 1841787"/>
              <a:gd name="connsiteX9" fmla="*/ 2626665 w 2908101"/>
              <a:gd name="connsiteY9" fmla="*/ 78548 h 184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26" h="4065">
                <a:moveTo>
                  <a:pt x="5626" y="476"/>
                </a:moveTo>
                <a:lnTo>
                  <a:pt x="5626" y="1486"/>
                </a:lnTo>
                <a:lnTo>
                  <a:pt x="5421" y="1818"/>
                </a:lnTo>
                <a:cubicBezTo>
                  <a:pt x="5251" y="2063"/>
                  <a:pt x="5051" y="2287"/>
                  <a:pt x="4826" y="2483"/>
                </a:cubicBezTo>
                <a:cubicBezTo>
                  <a:pt x="4716" y="2580"/>
                  <a:pt x="4600" y="2670"/>
                  <a:pt x="4479" y="2751"/>
                </a:cubicBezTo>
                <a:cubicBezTo>
                  <a:pt x="4411" y="2799"/>
                  <a:pt x="4148" y="2899"/>
                  <a:pt x="4118" y="2966"/>
                </a:cubicBezTo>
                <a:cubicBezTo>
                  <a:pt x="4348" y="2440"/>
                  <a:pt x="4580" y="1912"/>
                  <a:pt x="4883" y="1426"/>
                </a:cubicBezTo>
                <a:cubicBezTo>
                  <a:pt x="5051" y="1157"/>
                  <a:pt x="5271" y="827"/>
                  <a:pt x="5529" y="566"/>
                </a:cubicBezTo>
                <a:lnTo>
                  <a:pt x="5626" y="476"/>
                </a:lnTo>
                <a:close/>
                <a:moveTo>
                  <a:pt x="1854" y="0"/>
                </a:moveTo>
                <a:lnTo>
                  <a:pt x="3637" y="0"/>
                </a:lnTo>
                <a:lnTo>
                  <a:pt x="3827" y="31"/>
                </a:lnTo>
                <a:cubicBezTo>
                  <a:pt x="3979" y="58"/>
                  <a:pt x="4947" y="329"/>
                  <a:pt x="4833" y="529"/>
                </a:cubicBezTo>
                <a:lnTo>
                  <a:pt x="4831" y="532"/>
                </a:lnTo>
                <a:lnTo>
                  <a:pt x="4858" y="522"/>
                </a:lnTo>
                <a:cubicBezTo>
                  <a:pt x="4965" y="481"/>
                  <a:pt x="5073" y="443"/>
                  <a:pt x="5183" y="408"/>
                </a:cubicBezTo>
                <a:lnTo>
                  <a:pt x="5626" y="284"/>
                </a:lnTo>
                <a:lnTo>
                  <a:pt x="5626" y="333"/>
                </a:lnTo>
                <a:lnTo>
                  <a:pt x="5495" y="366"/>
                </a:lnTo>
                <a:cubicBezTo>
                  <a:pt x="5000" y="502"/>
                  <a:pt x="4520" y="691"/>
                  <a:pt x="4067" y="931"/>
                </a:cubicBezTo>
                <a:lnTo>
                  <a:pt x="4062" y="934"/>
                </a:lnTo>
                <a:lnTo>
                  <a:pt x="4065" y="936"/>
                </a:lnTo>
                <a:cubicBezTo>
                  <a:pt x="4083" y="950"/>
                  <a:pt x="4092" y="981"/>
                  <a:pt x="4089" y="1034"/>
                </a:cubicBezTo>
                <a:cubicBezTo>
                  <a:pt x="4036" y="1972"/>
                  <a:pt x="3482" y="2810"/>
                  <a:pt x="2830" y="3486"/>
                </a:cubicBezTo>
                <a:cubicBezTo>
                  <a:pt x="2879" y="3004"/>
                  <a:pt x="2965" y="2520"/>
                  <a:pt x="3146" y="2069"/>
                </a:cubicBezTo>
                <a:cubicBezTo>
                  <a:pt x="3250" y="1806"/>
                  <a:pt x="3392" y="1561"/>
                  <a:pt x="3565" y="1338"/>
                </a:cubicBezTo>
                <a:cubicBezTo>
                  <a:pt x="3593" y="1302"/>
                  <a:pt x="3689" y="1189"/>
                  <a:pt x="3792" y="1090"/>
                </a:cubicBezTo>
                <a:lnTo>
                  <a:pt x="3805" y="1077"/>
                </a:lnTo>
                <a:lnTo>
                  <a:pt x="3733" y="1120"/>
                </a:lnTo>
                <a:cubicBezTo>
                  <a:pt x="3405" y="1318"/>
                  <a:pt x="3094" y="1543"/>
                  <a:pt x="2806" y="1795"/>
                </a:cubicBezTo>
                <a:cubicBezTo>
                  <a:pt x="2697" y="1891"/>
                  <a:pt x="2588" y="1992"/>
                  <a:pt x="2481" y="2092"/>
                </a:cubicBezTo>
                <a:lnTo>
                  <a:pt x="2436" y="2135"/>
                </a:lnTo>
                <a:lnTo>
                  <a:pt x="2438" y="2138"/>
                </a:lnTo>
                <a:cubicBezTo>
                  <a:pt x="2453" y="2160"/>
                  <a:pt x="2457" y="2199"/>
                  <a:pt x="2445" y="2262"/>
                </a:cubicBezTo>
                <a:cubicBezTo>
                  <a:pt x="2409" y="2442"/>
                  <a:pt x="2205" y="2667"/>
                  <a:pt x="2093" y="2809"/>
                </a:cubicBezTo>
                <a:cubicBezTo>
                  <a:pt x="1830" y="3140"/>
                  <a:pt x="1510" y="3422"/>
                  <a:pt x="1146" y="3640"/>
                </a:cubicBezTo>
                <a:cubicBezTo>
                  <a:pt x="970" y="3745"/>
                  <a:pt x="785" y="3833"/>
                  <a:pt x="593" y="3906"/>
                </a:cubicBezTo>
                <a:cubicBezTo>
                  <a:pt x="500" y="3941"/>
                  <a:pt x="41" y="4002"/>
                  <a:pt x="0" y="4065"/>
                </a:cubicBezTo>
                <a:cubicBezTo>
                  <a:pt x="282" y="3634"/>
                  <a:pt x="625" y="3247"/>
                  <a:pt x="1019" y="2918"/>
                </a:cubicBezTo>
                <a:cubicBezTo>
                  <a:pt x="1361" y="2631"/>
                  <a:pt x="1744" y="2378"/>
                  <a:pt x="2152" y="2194"/>
                </a:cubicBezTo>
                <a:cubicBezTo>
                  <a:pt x="2239" y="2154"/>
                  <a:pt x="2325" y="2113"/>
                  <a:pt x="2383" y="2113"/>
                </a:cubicBezTo>
                <a:cubicBezTo>
                  <a:pt x="2386" y="2113"/>
                  <a:pt x="2390" y="2113"/>
                  <a:pt x="2393" y="2113"/>
                </a:cubicBezTo>
                <a:lnTo>
                  <a:pt x="2393" y="2113"/>
                </a:lnTo>
                <a:lnTo>
                  <a:pt x="2397" y="2109"/>
                </a:lnTo>
                <a:cubicBezTo>
                  <a:pt x="2521" y="1992"/>
                  <a:pt x="2648" y="1872"/>
                  <a:pt x="2776" y="1760"/>
                </a:cubicBezTo>
                <a:cubicBezTo>
                  <a:pt x="2884" y="1667"/>
                  <a:pt x="2995" y="1577"/>
                  <a:pt x="3109" y="1490"/>
                </a:cubicBezTo>
                <a:lnTo>
                  <a:pt x="3157" y="1453"/>
                </a:lnTo>
                <a:lnTo>
                  <a:pt x="3156" y="1454"/>
                </a:lnTo>
                <a:cubicBezTo>
                  <a:pt x="2859" y="1595"/>
                  <a:pt x="2510" y="1670"/>
                  <a:pt x="2208" y="1717"/>
                </a:cubicBezTo>
                <a:cubicBezTo>
                  <a:pt x="1781" y="1784"/>
                  <a:pt x="1348" y="1792"/>
                  <a:pt x="915" y="1792"/>
                </a:cubicBezTo>
                <a:cubicBezTo>
                  <a:pt x="850" y="1792"/>
                  <a:pt x="784" y="1792"/>
                  <a:pt x="719" y="1792"/>
                </a:cubicBezTo>
                <a:cubicBezTo>
                  <a:pt x="1166" y="1594"/>
                  <a:pt x="1617" y="1397"/>
                  <a:pt x="2090" y="1274"/>
                </a:cubicBezTo>
                <a:cubicBezTo>
                  <a:pt x="2232" y="1236"/>
                  <a:pt x="2727" y="1120"/>
                  <a:pt x="3086" y="1120"/>
                </a:cubicBezTo>
                <a:cubicBezTo>
                  <a:pt x="3264" y="1120"/>
                  <a:pt x="3408" y="1148"/>
                  <a:pt x="3461" y="1228"/>
                </a:cubicBezTo>
                <a:lnTo>
                  <a:pt x="3465" y="1236"/>
                </a:lnTo>
                <a:lnTo>
                  <a:pt x="3532" y="1192"/>
                </a:lnTo>
                <a:cubicBezTo>
                  <a:pt x="3866" y="976"/>
                  <a:pt x="4222" y="787"/>
                  <a:pt x="4591" y="629"/>
                </a:cubicBezTo>
                <a:lnTo>
                  <a:pt x="4617" y="618"/>
                </a:lnTo>
                <a:lnTo>
                  <a:pt x="4608" y="619"/>
                </a:lnTo>
                <a:cubicBezTo>
                  <a:pt x="4571" y="623"/>
                  <a:pt x="4531" y="624"/>
                  <a:pt x="4490" y="624"/>
                </a:cubicBezTo>
                <a:cubicBezTo>
                  <a:pt x="4311" y="624"/>
                  <a:pt x="4111" y="597"/>
                  <a:pt x="4011" y="590"/>
                </a:cubicBezTo>
                <a:cubicBezTo>
                  <a:pt x="3769" y="571"/>
                  <a:pt x="3529" y="534"/>
                  <a:pt x="3292" y="479"/>
                </a:cubicBezTo>
                <a:cubicBezTo>
                  <a:pt x="2887" y="384"/>
                  <a:pt x="2494" y="246"/>
                  <a:pt x="2104" y="97"/>
                </a:cubicBezTo>
                <a:lnTo>
                  <a:pt x="185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</a:pPr>
            <a:endParaRPr kumimoji="0" sz="186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1" name="任意多边形: 形状 140"/>
          <p:cNvSpPr/>
          <p:nvPr userDrawn="1">
            <p:custDataLst>
              <p:tags r:id="rId8"/>
            </p:custDataLst>
          </p:nvPr>
        </p:nvSpPr>
        <p:spPr>
          <a:xfrm>
            <a:off x="0" y="1637030"/>
            <a:ext cx="1721015" cy="1476727"/>
          </a:xfrm>
          <a:custGeom>
            <a:avLst/>
            <a:gdLst>
              <a:gd name="connsiteX0" fmla="*/ 98316 w 885958"/>
              <a:gd name="connsiteY0" fmla="*/ 56796 h 707580"/>
              <a:gd name="connsiteX1" fmla="*/ 449765 w 885958"/>
              <a:gd name="connsiteY1" fmla="*/ 327982 h 707580"/>
              <a:gd name="connsiteX2" fmla="*/ 439030 w 885958"/>
              <a:gd name="connsiteY2" fmla="*/ 370111 h 707580"/>
              <a:gd name="connsiteX3" fmla="*/ 435909 w 885958"/>
              <a:gd name="connsiteY3" fmla="*/ 368675 h 707580"/>
              <a:gd name="connsiteX4" fmla="*/ 55438 w 885958"/>
              <a:gd name="connsiteY4" fmla="*/ 82073 h 707580"/>
              <a:gd name="connsiteX5" fmla="*/ 836852 w 885958"/>
              <a:gd name="connsiteY5" fmla="*/ 637989 h 707580"/>
              <a:gd name="connsiteX6" fmla="*/ 98316 w 885958"/>
              <a:gd name="connsiteY6" fmla="*/ 56796 h 707580"/>
              <a:gd name="connsiteX7" fmla="*/ 41020 w 885958"/>
              <a:gd name="connsiteY7" fmla="*/ 0 h 707580"/>
              <a:gd name="connsiteX8" fmla="*/ 42269 w 885958"/>
              <a:gd name="connsiteY8" fmla="*/ 124 h 707580"/>
              <a:gd name="connsiteX9" fmla="*/ 884910 w 885958"/>
              <a:gd name="connsiteY9" fmla="*/ 668884 h 707580"/>
              <a:gd name="connsiteX10" fmla="*/ 872927 w 885958"/>
              <a:gd name="connsiteY10" fmla="*/ 707580 h 707580"/>
              <a:gd name="connsiteX11" fmla="*/ 868496 w 885958"/>
              <a:gd name="connsiteY11" fmla="*/ 706082 h 707580"/>
              <a:gd name="connsiteX12" fmla="*/ 701 w 885958"/>
              <a:gd name="connsiteY12" fmla="*/ 53737 h 707580"/>
              <a:gd name="connsiteX13" fmla="*/ 12810 w 885958"/>
              <a:gd name="connsiteY13" fmla="*/ 13294 h 707580"/>
              <a:gd name="connsiteX14" fmla="*/ 15431 w 885958"/>
              <a:gd name="connsiteY14" fmla="*/ 13918 h 707580"/>
              <a:gd name="connsiteX15" fmla="*/ 26790 w 885958"/>
              <a:gd name="connsiteY15" fmla="*/ 19410 h 707580"/>
              <a:gd name="connsiteX16" fmla="*/ 41020 w 885958"/>
              <a:gd name="connsiteY16" fmla="*/ 0 h 70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82" h="3760">
                <a:moveTo>
                  <a:pt x="2628" y="3560"/>
                </a:moveTo>
                <a:lnTo>
                  <a:pt x="2627" y="3564"/>
                </a:lnTo>
                <a:cubicBezTo>
                  <a:pt x="2621" y="3586"/>
                  <a:pt x="2614" y="3605"/>
                  <a:pt x="2606" y="3618"/>
                </a:cubicBezTo>
                <a:lnTo>
                  <a:pt x="2606" y="3618"/>
                </a:lnTo>
                <a:lnTo>
                  <a:pt x="2628" y="3560"/>
                </a:lnTo>
                <a:close/>
                <a:moveTo>
                  <a:pt x="3142" y="2415"/>
                </a:moveTo>
                <a:cubicBezTo>
                  <a:pt x="3346" y="2530"/>
                  <a:pt x="3533" y="2673"/>
                  <a:pt x="3695" y="2842"/>
                </a:cubicBezTo>
                <a:cubicBezTo>
                  <a:pt x="3710" y="2857"/>
                  <a:pt x="3693" y="2909"/>
                  <a:pt x="3678" y="2909"/>
                </a:cubicBezTo>
                <a:cubicBezTo>
                  <a:pt x="3677" y="2909"/>
                  <a:pt x="3675" y="2908"/>
                  <a:pt x="3673" y="2906"/>
                </a:cubicBezTo>
                <a:cubicBezTo>
                  <a:pt x="3499" y="2724"/>
                  <a:pt x="3297" y="2572"/>
                  <a:pt x="3074" y="2455"/>
                </a:cubicBezTo>
                <a:cubicBezTo>
                  <a:pt x="3350" y="2896"/>
                  <a:pt x="3865" y="3078"/>
                  <a:pt x="4305" y="3330"/>
                </a:cubicBezTo>
                <a:cubicBezTo>
                  <a:pt x="4070" y="2870"/>
                  <a:pt x="3645" y="2535"/>
                  <a:pt x="3142" y="2415"/>
                </a:cubicBezTo>
                <a:close/>
                <a:moveTo>
                  <a:pt x="3720" y="1819"/>
                </a:moveTo>
                <a:cubicBezTo>
                  <a:pt x="3601" y="1837"/>
                  <a:pt x="3477" y="1849"/>
                  <a:pt x="3361" y="1878"/>
                </a:cubicBezTo>
                <a:cubicBezTo>
                  <a:pt x="3142" y="1933"/>
                  <a:pt x="3085" y="2120"/>
                  <a:pt x="3068" y="2317"/>
                </a:cubicBezTo>
                <a:cubicBezTo>
                  <a:pt x="3332" y="2237"/>
                  <a:pt x="3564" y="2044"/>
                  <a:pt x="3720" y="1819"/>
                </a:cubicBezTo>
                <a:close/>
                <a:moveTo>
                  <a:pt x="2035" y="1351"/>
                </a:moveTo>
                <a:cubicBezTo>
                  <a:pt x="1972" y="1351"/>
                  <a:pt x="1908" y="1358"/>
                  <a:pt x="1845" y="1376"/>
                </a:cubicBezTo>
                <a:cubicBezTo>
                  <a:pt x="1789" y="1392"/>
                  <a:pt x="1739" y="1416"/>
                  <a:pt x="1689" y="1439"/>
                </a:cubicBezTo>
                <a:lnTo>
                  <a:pt x="1677" y="1444"/>
                </a:lnTo>
                <a:lnTo>
                  <a:pt x="1733" y="1454"/>
                </a:lnTo>
                <a:cubicBezTo>
                  <a:pt x="1941" y="1486"/>
                  <a:pt x="2151" y="1502"/>
                  <a:pt x="2361" y="1502"/>
                </a:cubicBezTo>
                <a:cubicBezTo>
                  <a:pt x="2418" y="1502"/>
                  <a:pt x="2474" y="1501"/>
                  <a:pt x="2531" y="1499"/>
                </a:cubicBezTo>
                <a:cubicBezTo>
                  <a:pt x="2552" y="1499"/>
                  <a:pt x="2541" y="1565"/>
                  <a:pt x="2516" y="1567"/>
                </a:cubicBezTo>
                <a:cubicBezTo>
                  <a:pt x="2459" y="1569"/>
                  <a:pt x="2403" y="1570"/>
                  <a:pt x="2346" y="1570"/>
                </a:cubicBezTo>
                <a:cubicBezTo>
                  <a:pt x="2193" y="1570"/>
                  <a:pt x="2040" y="1562"/>
                  <a:pt x="1888" y="1544"/>
                </a:cubicBezTo>
                <a:lnTo>
                  <a:pt x="1837" y="1538"/>
                </a:lnTo>
                <a:lnTo>
                  <a:pt x="1875" y="1552"/>
                </a:lnTo>
                <a:cubicBezTo>
                  <a:pt x="2050" y="1613"/>
                  <a:pt x="2229" y="1661"/>
                  <a:pt x="2410" y="1697"/>
                </a:cubicBezTo>
                <a:cubicBezTo>
                  <a:pt x="2483" y="1711"/>
                  <a:pt x="2555" y="1717"/>
                  <a:pt x="2627" y="1717"/>
                </a:cubicBezTo>
                <a:cubicBezTo>
                  <a:pt x="2857" y="1717"/>
                  <a:pt x="3080" y="1654"/>
                  <a:pt x="3306" y="1592"/>
                </a:cubicBezTo>
                <a:cubicBezTo>
                  <a:pt x="2982" y="1523"/>
                  <a:pt x="2656" y="1450"/>
                  <a:pt x="2331" y="1387"/>
                </a:cubicBezTo>
                <a:cubicBezTo>
                  <a:pt x="2234" y="1368"/>
                  <a:pt x="2135" y="1351"/>
                  <a:pt x="2035" y="1351"/>
                </a:cubicBezTo>
                <a:close/>
                <a:moveTo>
                  <a:pt x="592" y="1238"/>
                </a:moveTo>
                <a:lnTo>
                  <a:pt x="600" y="1267"/>
                </a:lnTo>
                <a:cubicBezTo>
                  <a:pt x="784" y="1870"/>
                  <a:pt x="1228" y="2363"/>
                  <a:pt x="1815" y="2609"/>
                </a:cubicBezTo>
                <a:cubicBezTo>
                  <a:pt x="1750" y="2272"/>
                  <a:pt x="1592" y="1961"/>
                  <a:pt x="1362" y="1709"/>
                </a:cubicBezTo>
                <a:cubicBezTo>
                  <a:pt x="1162" y="1492"/>
                  <a:pt x="910" y="1386"/>
                  <a:pt x="675" y="1242"/>
                </a:cubicBezTo>
                <a:lnTo>
                  <a:pt x="672" y="1240"/>
                </a:lnTo>
                <a:lnTo>
                  <a:pt x="689" y="1259"/>
                </a:lnTo>
                <a:cubicBezTo>
                  <a:pt x="897" y="1491"/>
                  <a:pt x="1107" y="1727"/>
                  <a:pt x="1270" y="1991"/>
                </a:cubicBezTo>
                <a:cubicBezTo>
                  <a:pt x="1279" y="2006"/>
                  <a:pt x="1258" y="2056"/>
                  <a:pt x="1250" y="2056"/>
                </a:cubicBezTo>
                <a:cubicBezTo>
                  <a:pt x="1249" y="2056"/>
                  <a:pt x="1249" y="2056"/>
                  <a:pt x="1248" y="2055"/>
                </a:cubicBezTo>
                <a:cubicBezTo>
                  <a:pt x="1073" y="1769"/>
                  <a:pt x="842" y="1516"/>
                  <a:pt x="616" y="1265"/>
                </a:cubicBezTo>
                <a:lnTo>
                  <a:pt x="592" y="1238"/>
                </a:lnTo>
                <a:close/>
                <a:moveTo>
                  <a:pt x="740" y="312"/>
                </a:moveTo>
                <a:cubicBezTo>
                  <a:pt x="1050" y="312"/>
                  <a:pt x="1346" y="441"/>
                  <a:pt x="1655" y="441"/>
                </a:cubicBezTo>
                <a:cubicBezTo>
                  <a:pt x="1706" y="441"/>
                  <a:pt x="1757" y="438"/>
                  <a:pt x="1810" y="429"/>
                </a:cubicBezTo>
                <a:cubicBezTo>
                  <a:pt x="1812" y="428"/>
                  <a:pt x="1815" y="428"/>
                  <a:pt x="1818" y="427"/>
                </a:cubicBezTo>
                <a:lnTo>
                  <a:pt x="1818" y="428"/>
                </a:lnTo>
                <a:cubicBezTo>
                  <a:pt x="1818" y="428"/>
                  <a:pt x="1818" y="428"/>
                  <a:pt x="1818" y="428"/>
                </a:cubicBezTo>
                <a:cubicBezTo>
                  <a:pt x="1819" y="428"/>
                  <a:pt x="1820" y="428"/>
                  <a:pt x="1820" y="428"/>
                </a:cubicBezTo>
                <a:cubicBezTo>
                  <a:pt x="1842" y="428"/>
                  <a:pt x="1830" y="489"/>
                  <a:pt x="1812" y="496"/>
                </a:cubicBezTo>
                <a:cubicBezTo>
                  <a:pt x="1345" y="643"/>
                  <a:pt x="865" y="932"/>
                  <a:pt x="373" y="967"/>
                </a:cubicBezTo>
                <a:lnTo>
                  <a:pt x="356" y="968"/>
                </a:lnTo>
                <a:lnTo>
                  <a:pt x="377" y="974"/>
                </a:lnTo>
                <a:cubicBezTo>
                  <a:pt x="732" y="1072"/>
                  <a:pt x="1081" y="1207"/>
                  <a:pt x="1408" y="1380"/>
                </a:cubicBezTo>
                <a:lnTo>
                  <a:pt x="1445" y="1400"/>
                </a:lnTo>
                <a:lnTo>
                  <a:pt x="1446" y="1400"/>
                </a:lnTo>
                <a:cubicBezTo>
                  <a:pt x="1447" y="1399"/>
                  <a:pt x="1448" y="1399"/>
                  <a:pt x="1449" y="1399"/>
                </a:cubicBezTo>
                <a:cubicBezTo>
                  <a:pt x="1450" y="1399"/>
                  <a:pt x="1451" y="1399"/>
                  <a:pt x="1451" y="1399"/>
                </a:cubicBezTo>
                <a:lnTo>
                  <a:pt x="1474" y="1404"/>
                </a:lnTo>
                <a:lnTo>
                  <a:pt x="1475" y="1402"/>
                </a:lnTo>
                <a:cubicBezTo>
                  <a:pt x="1479" y="1397"/>
                  <a:pt x="1483" y="1394"/>
                  <a:pt x="1487" y="1394"/>
                </a:cubicBezTo>
                <a:cubicBezTo>
                  <a:pt x="1488" y="1394"/>
                  <a:pt x="1489" y="1394"/>
                  <a:pt x="1490" y="1395"/>
                </a:cubicBezTo>
                <a:cubicBezTo>
                  <a:pt x="1502" y="1400"/>
                  <a:pt x="1513" y="1405"/>
                  <a:pt x="1524" y="1411"/>
                </a:cubicBezTo>
                <a:lnTo>
                  <a:pt x="1543" y="1419"/>
                </a:lnTo>
                <a:lnTo>
                  <a:pt x="1563" y="1423"/>
                </a:lnTo>
                <a:lnTo>
                  <a:pt x="1565" y="1424"/>
                </a:lnTo>
                <a:lnTo>
                  <a:pt x="1579" y="1419"/>
                </a:lnTo>
                <a:cubicBezTo>
                  <a:pt x="1681" y="1384"/>
                  <a:pt x="1774" y="1324"/>
                  <a:pt x="1883" y="1298"/>
                </a:cubicBezTo>
                <a:cubicBezTo>
                  <a:pt x="1935" y="1286"/>
                  <a:pt x="1988" y="1281"/>
                  <a:pt x="2042" y="1281"/>
                </a:cubicBezTo>
                <a:cubicBezTo>
                  <a:pt x="2123" y="1281"/>
                  <a:pt x="2204" y="1292"/>
                  <a:pt x="2282" y="1305"/>
                </a:cubicBezTo>
                <a:cubicBezTo>
                  <a:pt x="2676" y="1373"/>
                  <a:pt x="3067" y="1470"/>
                  <a:pt x="3458" y="1553"/>
                </a:cubicBezTo>
                <a:cubicBezTo>
                  <a:pt x="3481" y="1558"/>
                  <a:pt x="3466" y="1617"/>
                  <a:pt x="3447" y="1621"/>
                </a:cubicBezTo>
                <a:cubicBezTo>
                  <a:pt x="3182" y="1689"/>
                  <a:pt x="2909" y="1792"/>
                  <a:pt x="2634" y="1792"/>
                </a:cubicBezTo>
                <a:cubicBezTo>
                  <a:pt x="2582" y="1792"/>
                  <a:pt x="2530" y="1788"/>
                  <a:pt x="2478" y="1780"/>
                </a:cubicBezTo>
                <a:cubicBezTo>
                  <a:pt x="2237" y="1743"/>
                  <a:pt x="2001" y="1676"/>
                  <a:pt x="1772" y="1589"/>
                </a:cubicBezTo>
                <a:lnTo>
                  <a:pt x="1743" y="1578"/>
                </a:lnTo>
                <a:lnTo>
                  <a:pt x="1747" y="1580"/>
                </a:lnTo>
                <a:cubicBezTo>
                  <a:pt x="1891" y="1678"/>
                  <a:pt x="1999" y="1807"/>
                  <a:pt x="2122" y="1926"/>
                </a:cubicBezTo>
                <a:lnTo>
                  <a:pt x="2141" y="1944"/>
                </a:lnTo>
                <a:lnTo>
                  <a:pt x="2141" y="1944"/>
                </a:lnTo>
                <a:cubicBezTo>
                  <a:pt x="2141" y="1944"/>
                  <a:pt x="2141" y="1944"/>
                  <a:pt x="2142" y="1944"/>
                </a:cubicBezTo>
                <a:lnTo>
                  <a:pt x="2142" y="1946"/>
                </a:lnTo>
                <a:lnTo>
                  <a:pt x="2154" y="1957"/>
                </a:lnTo>
                <a:lnTo>
                  <a:pt x="2174" y="1975"/>
                </a:lnTo>
                <a:lnTo>
                  <a:pt x="2175" y="1975"/>
                </a:lnTo>
                <a:cubicBezTo>
                  <a:pt x="2176" y="1975"/>
                  <a:pt x="2177" y="1976"/>
                  <a:pt x="2178" y="1977"/>
                </a:cubicBezTo>
                <a:lnTo>
                  <a:pt x="2178" y="1979"/>
                </a:lnTo>
                <a:lnTo>
                  <a:pt x="2187" y="1987"/>
                </a:lnTo>
                <a:cubicBezTo>
                  <a:pt x="2209" y="2007"/>
                  <a:pt x="2232" y="2026"/>
                  <a:pt x="2256" y="2044"/>
                </a:cubicBezTo>
                <a:cubicBezTo>
                  <a:pt x="2473" y="2210"/>
                  <a:pt x="2734" y="2289"/>
                  <a:pt x="3004" y="2293"/>
                </a:cubicBezTo>
                <a:lnTo>
                  <a:pt x="3024" y="2293"/>
                </a:lnTo>
                <a:lnTo>
                  <a:pt x="3026" y="2271"/>
                </a:lnTo>
                <a:cubicBezTo>
                  <a:pt x="3040" y="2134"/>
                  <a:pt x="3071" y="1997"/>
                  <a:pt x="3179" y="1901"/>
                </a:cubicBezTo>
                <a:cubicBezTo>
                  <a:pt x="3330" y="1766"/>
                  <a:pt x="3590" y="1773"/>
                  <a:pt x="3779" y="1743"/>
                </a:cubicBezTo>
                <a:cubicBezTo>
                  <a:pt x="3780" y="1743"/>
                  <a:pt x="3782" y="1743"/>
                  <a:pt x="3783" y="1743"/>
                </a:cubicBezTo>
                <a:cubicBezTo>
                  <a:pt x="3807" y="1743"/>
                  <a:pt x="3801" y="1786"/>
                  <a:pt x="3793" y="1799"/>
                </a:cubicBezTo>
                <a:cubicBezTo>
                  <a:pt x="3647" y="2034"/>
                  <a:pt x="3426" y="2243"/>
                  <a:pt x="3166" y="2350"/>
                </a:cubicBezTo>
                <a:lnTo>
                  <a:pt x="3165" y="2350"/>
                </a:lnTo>
                <a:lnTo>
                  <a:pt x="3190" y="2356"/>
                </a:lnTo>
                <a:cubicBezTo>
                  <a:pt x="3721" y="2494"/>
                  <a:pt x="4162" y="2869"/>
                  <a:pt x="4380" y="3379"/>
                </a:cubicBezTo>
                <a:cubicBezTo>
                  <a:pt x="4385" y="3390"/>
                  <a:pt x="4379" y="3440"/>
                  <a:pt x="4361" y="3440"/>
                </a:cubicBezTo>
                <a:cubicBezTo>
                  <a:pt x="4359" y="3440"/>
                  <a:pt x="4357" y="3439"/>
                  <a:pt x="4355" y="3438"/>
                </a:cubicBezTo>
                <a:cubicBezTo>
                  <a:pt x="3865" y="3141"/>
                  <a:pt x="3261" y="2957"/>
                  <a:pt x="2988" y="2411"/>
                </a:cubicBezTo>
                <a:cubicBezTo>
                  <a:pt x="2986" y="2405"/>
                  <a:pt x="2987" y="2385"/>
                  <a:pt x="2991" y="2370"/>
                </a:cubicBezTo>
                <a:lnTo>
                  <a:pt x="2991" y="2369"/>
                </a:lnTo>
                <a:lnTo>
                  <a:pt x="2991" y="2368"/>
                </a:lnTo>
                <a:lnTo>
                  <a:pt x="2992" y="2363"/>
                </a:lnTo>
                <a:lnTo>
                  <a:pt x="2985" y="2362"/>
                </a:lnTo>
                <a:cubicBezTo>
                  <a:pt x="2679" y="2354"/>
                  <a:pt x="2441" y="2250"/>
                  <a:pt x="2223" y="2081"/>
                </a:cubicBezTo>
                <a:lnTo>
                  <a:pt x="2220" y="2079"/>
                </a:lnTo>
                <a:lnTo>
                  <a:pt x="2251" y="2114"/>
                </a:lnTo>
                <a:cubicBezTo>
                  <a:pt x="2587" y="2511"/>
                  <a:pt x="2780" y="3016"/>
                  <a:pt x="2644" y="3517"/>
                </a:cubicBezTo>
                <a:lnTo>
                  <a:pt x="2628" y="3560"/>
                </a:lnTo>
                <a:lnTo>
                  <a:pt x="2642" y="3487"/>
                </a:lnTo>
                <a:cubicBezTo>
                  <a:pt x="2664" y="3347"/>
                  <a:pt x="2666" y="3156"/>
                  <a:pt x="2663" y="3118"/>
                </a:cubicBezTo>
                <a:cubicBezTo>
                  <a:pt x="2651" y="2975"/>
                  <a:pt x="2617" y="2834"/>
                  <a:pt x="2564" y="2702"/>
                </a:cubicBezTo>
                <a:cubicBezTo>
                  <a:pt x="2498" y="2538"/>
                  <a:pt x="2404" y="2389"/>
                  <a:pt x="2295" y="2253"/>
                </a:cubicBezTo>
                <a:lnTo>
                  <a:pt x="2270" y="2223"/>
                </a:lnTo>
                <a:lnTo>
                  <a:pt x="2277" y="2243"/>
                </a:lnTo>
                <a:cubicBezTo>
                  <a:pt x="2338" y="2441"/>
                  <a:pt x="2358" y="2651"/>
                  <a:pt x="2375" y="2859"/>
                </a:cubicBezTo>
                <a:cubicBezTo>
                  <a:pt x="2376" y="2870"/>
                  <a:pt x="2361" y="2913"/>
                  <a:pt x="2354" y="2913"/>
                </a:cubicBezTo>
                <a:cubicBezTo>
                  <a:pt x="2352" y="2913"/>
                  <a:pt x="2351" y="2910"/>
                  <a:pt x="2350" y="2904"/>
                </a:cubicBezTo>
                <a:cubicBezTo>
                  <a:pt x="2328" y="2642"/>
                  <a:pt x="2302" y="2377"/>
                  <a:pt x="2191" y="2139"/>
                </a:cubicBezTo>
                <a:lnTo>
                  <a:pt x="2185" y="2125"/>
                </a:lnTo>
                <a:lnTo>
                  <a:pt x="2181" y="2121"/>
                </a:lnTo>
                <a:cubicBezTo>
                  <a:pt x="2167" y="2293"/>
                  <a:pt x="2104" y="2458"/>
                  <a:pt x="2104" y="2634"/>
                </a:cubicBezTo>
                <a:cubicBezTo>
                  <a:pt x="2104" y="2954"/>
                  <a:pt x="2297" y="3220"/>
                  <a:pt x="2451" y="3492"/>
                </a:cubicBezTo>
                <a:cubicBezTo>
                  <a:pt x="2474" y="3536"/>
                  <a:pt x="2507" y="3641"/>
                  <a:pt x="2571" y="3641"/>
                </a:cubicBezTo>
                <a:cubicBezTo>
                  <a:pt x="2574" y="3641"/>
                  <a:pt x="2576" y="3641"/>
                  <a:pt x="2579" y="3641"/>
                </a:cubicBezTo>
                <a:lnTo>
                  <a:pt x="2606" y="3618"/>
                </a:lnTo>
                <a:lnTo>
                  <a:pt x="2558" y="3744"/>
                </a:lnTo>
                <a:cubicBezTo>
                  <a:pt x="2557" y="3746"/>
                  <a:pt x="2550" y="3760"/>
                  <a:pt x="2545" y="3760"/>
                </a:cubicBezTo>
                <a:cubicBezTo>
                  <a:pt x="2544" y="3760"/>
                  <a:pt x="2543" y="3759"/>
                  <a:pt x="2542" y="3758"/>
                </a:cubicBezTo>
                <a:cubicBezTo>
                  <a:pt x="2385" y="3477"/>
                  <a:pt x="2174" y="3187"/>
                  <a:pt x="2090" y="2874"/>
                </a:cubicBezTo>
                <a:cubicBezTo>
                  <a:pt x="2014" y="2598"/>
                  <a:pt x="2162" y="2364"/>
                  <a:pt x="2158" y="2096"/>
                </a:cubicBezTo>
                <a:cubicBezTo>
                  <a:pt x="2144" y="2082"/>
                  <a:pt x="2131" y="2068"/>
                  <a:pt x="2117" y="2054"/>
                </a:cubicBezTo>
                <a:cubicBezTo>
                  <a:pt x="2110" y="2047"/>
                  <a:pt x="2114" y="2027"/>
                  <a:pt x="2119" y="2011"/>
                </a:cubicBezTo>
                <a:lnTo>
                  <a:pt x="2121" y="2009"/>
                </a:lnTo>
                <a:lnTo>
                  <a:pt x="2120" y="2007"/>
                </a:lnTo>
                <a:cubicBezTo>
                  <a:pt x="2119" y="2004"/>
                  <a:pt x="2119" y="2002"/>
                  <a:pt x="2119" y="1999"/>
                </a:cubicBezTo>
                <a:lnTo>
                  <a:pt x="2119" y="1995"/>
                </a:lnTo>
                <a:lnTo>
                  <a:pt x="2106" y="1983"/>
                </a:lnTo>
                <a:cubicBezTo>
                  <a:pt x="2058" y="1940"/>
                  <a:pt x="2010" y="1893"/>
                  <a:pt x="1962" y="1844"/>
                </a:cubicBezTo>
                <a:cubicBezTo>
                  <a:pt x="1838" y="1716"/>
                  <a:pt x="1686" y="1603"/>
                  <a:pt x="1520" y="1504"/>
                </a:cubicBezTo>
                <a:lnTo>
                  <a:pt x="1518" y="1503"/>
                </a:lnTo>
                <a:lnTo>
                  <a:pt x="1501" y="1507"/>
                </a:lnTo>
                <a:cubicBezTo>
                  <a:pt x="1486" y="1510"/>
                  <a:pt x="1470" y="1512"/>
                  <a:pt x="1454" y="1513"/>
                </a:cubicBezTo>
                <a:cubicBezTo>
                  <a:pt x="1453" y="1514"/>
                  <a:pt x="1453" y="1514"/>
                  <a:pt x="1452" y="1514"/>
                </a:cubicBezTo>
                <a:cubicBezTo>
                  <a:pt x="1438" y="1514"/>
                  <a:pt x="1436" y="1493"/>
                  <a:pt x="1440" y="1474"/>
                </a:cubicBezTo>
                <a:lnTo>
                  <a:pt x="1442" y="1468"/>
                </a:lnTo>
                <a:lnTo>
                  <a:pt x="1436" y="1467"/>
                </a:lnTo>
                <a:cubicBezTo>
                  <a:pt x="1431" y="1466"/>
                  <a:pt x="1427" y="1461"/>
                  <a:pt x="1426" y="1454"/>
                </a:cubicBezTo>
                <a:lnTo>
                  <a:pt x="1425" y="1451"/>
                </a:lnTo>
                <a:lnTo>
                  <a:pt x="1381" y="1427"/>
                </a:lnTo>
                <a:cubicBezTo>
                  <a:pt x="1134" y="1296"/>
                  <a:pt x="866" y="1194"/>
                  <a:pt x="618" y="1116"/>
                </a:cubicBezTo>
                <a:lnTo>
                  <a:pt x="595" y="1109"/>
                </a:lnTo>
                <a:lnTo>
                  <a:pt x="617" y="1123"/>
                </a:lnTo>
                <a:cubicBezTo>
                  <a:pt x="770" y="1216"/>
                  <a:pt x="938" y="1283"/>
                  <a:pt x="1085" y="1386"/>
                </a:cubicBezTo>
                <a:cubicBezTo>
                  <a:pt x="1213" y="1474"/>
                  <a:pt x="1328" y="1579"/>
                  <a:pt x="1429" y="1698"/>
                </a:cubicBezTo>
                <a:cubicBezTo>
                  <a:pt x="1652" y="1962"/>
                  <a:pt x="1799" y="2284"/>
                  <a:pt x="1851" y="2627"/>
                </a:cubicBezTo>
                <a:cubicBezTo>
                  <a:pt x="1852" y="2635"/>
                  <a:pt x="1846" y="2690"/>
                  <a:pt x="1833" y="2690"/>
                </a:cubicBezTo>
                <a:cubicBezTo>
                  <a:pt x="1833" y="2690"/>
                  <a:pt x="1832" y="2690"/>
                  <a:pt x="1832" y="2690"/>
                </a:cubicBezTo>
                <a:cubicBezTo>
                  <a:pt x="1177" y="2428"/>
                  <a:pt x="696" y="1863"/>
                  <a:pt x="539" y="1179"/>
                </a:cubicBezTo>
                <a:lnTo>
                  <a:pt x="539" y="1178"/>
                </a:lnTo>
                <a:lnTo>
                  <a:pt x="513" y="1149"/>
                </a:lnTo>
                <a:cubicBezTo>
                  <a:pt x="496" y="1130"/>
                  <a:pt x="479" y="1111"/>
                  <a:pt x="462" y="1091"/>
                </a:cubicBezTo>
                <a:lnTo>
                  <a:pt x="462" y="1091"/>
                </a:lnTo>
                <a:lnTo>
                  <a:pt x="456" y="1086"/>
                </a:lnTo>
                <a:lnTo>
                  <a:pt x="454" y="1086"/>
                </a:lnTo>
                <a:cubicBezTo>
                  <a:pt x="452" y="1083"/>
                  <a:pt x="451" y="1078"/>
                  <a:pt x="451" y="1072"/>
                </a:cubicBezTo>
                <a:lnTo>
                  <a:pt x="452" y="1067"/>
                </a:lnTo>
                <a:lnTo>
                  <a:pt x="0" y="939"/>
                </a:lnTo>
                <a:lnTo>
                  <a:pt x="0" y="938"/>
                </a:lnTo>
                <a:lnTo>
                  <a:pt x="0" y="870"/>
                </a:lnTo>
                <a:lnTo>
                  <a:pt x="0" y="868"/>
                </a:lnTo>
                <a:lnTo>
                  <a:pt x="0" y="867"/>
                </a:lnTo>
                <a:lnTo>
                  <a:pt x="0" y="804"/>
                </a:lnTo>
                <a:lnTo>
                  <a:pt x="2" y="804"/>
                </a:lnTo>
                <a:cubicBezTo>
                  <a:pt x="154" y="804"/>
                  <a:pt x="313" y="762"/>
                  <a:pt x="453" y="734"/>
                </a:cubicBezTo>
                <a:cubicBezTo>
                  <a:pt x="641" y="696"/>
                  <a:pt x="825" y="649"/>
                  <a:pt x="1008" y="594"/>
                </a:cubicBezTo>
                <a:cubicBezTo>
                  <a:pt x="1008" y="594"/>
                  <a:pt x="1009" y="594"/>
                  <a:pt x="1009" y="594"/>
                </a:cubicBezTo>
                <a:cubicBezTo>
                  <a:pt x="1022" y="594"/>
                  <a:pt x="1015" y="656"/>
                  <a:pt x="998" y="661"/>
                </a:cubicBezTo>
                <a:cubicBezTo>
                  <a:pt x="795" y="722"/>
                  <a:pt x="588" y="774"/>
                  <a:pt x="379" y="813"/>
                </a:cubicBezTo>
                <a:cubicBezTo>
                  <a:pt x="283" y="832"/>
                  <a:pt x="182" y="855"/>
                  <a:pt x="81" y="865"/>
                </a:cubicBezTo>
                <a:lnTo>
                  <a:pt x="11" y="869"/>
                </a:lnTo>
                <a:lnTo>
                  <a:pt x="71" y="883"/>
                </a:lnTo>
                <a:cubicBezTo>
                  <a:pt x="144" y="897"/>
                  <a:pt x="216" y="903"/>
                  <a:pt x="289" y="903"/>
                </a:cubicBezTo>
                <a:cubicBezTo>
                  <a:pt x="733" y="903"/>
                  <a:pt x="1168" y="674"/>
                  <a:pt x="1592" y="508"/>
                </a:cubicBezTo>
                <a:cubicBezTo>
                  <a:pt x="1351" y="497"/>
                  <a:pt x="1120" y="417"/>
                  <a:pt x="876" y="388"/>
                </a:cubicBezTo>
                <a:cubicBezTo>
                  <a:pt x="831" y="383"/>
                  <a:pt x="787" y="381"/>
                  <a:pt x="743" y="381"/>
                </a:cubicBezTo>
                <a:cubicBezTo>
                  <a:pt x="480" y="381"/>
                  <a:pt x="234" y="472"/>
                  <a:pt x="35" y="634"/>
                </a:cubicBezTo>
                <a:lnTo>
                  <a:pt x="0" y="666"/>
                </a:lnTo>
                <a:lnTo>
                  <a:pt x="0" y="601"/>
                </a:lnTo>
                <a:lnTo>
                  <a:pt x="183" y="466"/>
                </a:lnTo>
                <a:cubicBezTo>
                  <a:pt x="322" y="384"/>
                  <a:pt x="479" y="331"/>
                  <a:pt x="646" y="316"/>
                </a:cubicBezTo>
                <a:cubicBezTo>
                  <a:pt x="677" y="313"/>
                  <a:pt x="709" y="312"/>
                  <a:pt x="740" y="312"/>
                </a:cubicBezTo>
                <a:close/>
                <a:moveTo>
                  <a:pt x="0" y="1971"/>
                </a:moveTo>
                <a:lnTo>
                  <a:pt x="49" y="2262"/>
                </a:lnTo>
                <a:cubicBezTo>
                  <a:pt x="55" y="2369"/>
                  <a:pt x="49" y="2479"/>
                  <a:pt x="31" y="2592"/>
                </a:cubicBezTo>
                <a:cubicBezTo>
                  <a:pt x="31" y="2597"/>
                  <a:pt x="24" y="2632"/>
                  <a:pt x="13" y="2632"/>
                </a:cubicBezTo>
                <a:cubicBezTo>
                  <a:pt x="12" y="2632"/>
                  <a:pt x="11" y="2631"/>
                  <a:pt x="9" y="2630"/>
                </a:cubicBezTo>
                <a:lnTo>
                  <a:pt x="0" y="2622"/>
                </a:lnTo>
                <a:lnTo>
                  <a:pt x="0" y="2528"/>
                </a:lnTo>
                <a:lnTo>
                  <a:pt x="18" y="2536"/>
                </a:lnTo>
                <a:cubicBezTo>
                  <a:pt x="29" y="2448"/>
                  <a:pt x="31" y="2359"/>
                  <a:pt x="23" y="2270"/>
                </a:cubicBezTo>
                <a:lnTo>
                  <a:pt x="0" y="2147"/>
                </a:lnTo>
                <a:lnTo>
                  <a:pt x="0" y="1971"/>
                </a:lnTo>
                <a:close/>
                <a:moveTo>
                  <a:pt x="0" y="0"/>
                </a:moveTo>
                <a:lnTo>
                  <a:pt x="127" y="23"/>
                </a:lnTo>
                <a:cubicBezTo>
                  <a:pt x="224" y="44"/>
                  <a:pt x="320" y="73"/>
                  <a:pt x="417" y="104"/>
                </a:cubicBezTo>
                <a:cubicBezTo>
                  <a:pt x="432" y="110"/>
                  <a:pt x="417" y="168"/>
                  <a:pt x="404" y="172"/>
                </a:cubicBezTo>
                <a:cubicBezTo>
                  <a:pt x="331" y="199"/>
                  <a:pt x="261" y="230"/>
                  <a:pt x="192" y="263"/>
                </a:cubicBezTo>
                <a:lnTo>
                  <a:pt x="0" y="361"/>
                </a:lnTo>
                <a:lnTo>
                  <a:pt x="0" y="295"/>
                </a:lnTo>
                <a:lnTo>
                  <a:pt x="312" y="146"/>
                </a:lnTo>
                <a:cubicBezTo>
                  <a:pt x="230" y="121"/>
                  <a:pt x="149" y="98"/>
                  <a:pt x="68" y="83"/>
                </a:cubicBez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</a:pPr>
            <a:endParaRPr kumimoji="0" sz="186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90" name="任意多边形: 形状 189"/>
          <p:cNvSpPr/>
          <p:nvPr userDrawn="1">
            <p:custDataLst>
              <p:tags r:id="rId9"/>
            </p:custDataLst>
          </p:nvPr>
        </p:nvSpPr>
        <p:spPr>
          <a:xfrm>
            <a:off x="5683250" y="5012055"/>
            <a:ext cx="4091941" cy="1845945"/>
          </a:xfrm>
          <a:custGeom>
            <a:avLst/>
            <a:gdLst>
              <a:gd name="connsiteX0" fmla="*/ 405611 w 1225897"/>
              <a:gd name="connsiteY0" fmla="*/ 64598 h 386775"/>
              <a:gd name="connsiteX1" fmla="*/ 263183 w 1225897"/>
              <a:gd name="connsiteY1" fmla="*/ 93995 h 386775"/>
              <a:gd name="connsiteX2" fmla="*/ 77067 w 1225897"/>
              <a:gd name="connsiteY2" fmla="*/ 174071 h 386775"/>
              <a:gd name="connsiteX3" fmla="*/ 538489 w 1225897"/>
              <a:gd name="connsiteY3" fmla="*/ 323550 h 386775"/>
              <a:gd name="connsiteX4" fmla="*/ 1083357 w 1225897"/>
              <a:gd name="connsiteY4" fmla="*/ 227496 h 386775"/>
              <a:gd name="connsiteX5" fmla="*/ 571193 w 1225897"/>
              <a:gd name="connsiteY5" fmla="*/ 82760 h 386775"/>
              <a:gd name="connsiteX6" fmla="*/ 405611 w 1225897"/>
              <a:gd name="connsiteY6" fmla="*/ 64598 h 386775"/>
              <a:gd name="connsiteX7" fmla="*/ 393565 w 1225897"/>
              <a:gd name="connsiteY7" fmla="*/ 0 h 386775"/>
              <a:gd name="connsiteX8" fmla="*/ 574626 w 1225897"/>
              <a:gd name="connsiteY8" fmla="*/ 20472 h 386775"/>
              <a:gd name="connsiteX9" fmla="*/ 1167365 w 1225897"/>
              <a:gd name="connsiteY9" fmla="*/ 199348 h 386775"/>
              <a:gd name="connsiteX10" fmla="*/ 1193205 w 1225897"/>
              <a:gd name="connsiteY10" fmla="*/ 190048 h 386775"/>
              <a:gd name="connsiteX11" fmla="*/ 1200070 w 1225897"/>
              <a:gd name="connsiteY11" fmla="*/ 188863 h 386775"/>
              <a:gd name="connsiteX12" fmla="*/ 1221353 w 1225897"/>
              <a:gd name="connsiteY12" fmla="*/ 243162 h 386775"/>
              <a:gd name="connsiteX13" fmla="*/ 1201755 w 1225897"/>
              <a:gd name="connsiteY13" fmla="*/ 277989 h 386775"/>
              <a:gd name="connsiteX14" fmla="*/ 1192393 w 1225897"/>
              <a:gd name="connsiteY14" fmla="*/ 275679 h 386775"/>
              <a:gd name="connsiteX15" fmla="*/ 1169862 w 1225897"/>
              <a:gd name="connsiteY15" fmla="*/ 265194 h 386775"/>
              <a:gd name="connsiteX16" fmla="*/ 542545 w 1225897"/>
              <a:gd name="connsiteY16" fmla="*/ 386775 h 386775"/>
              <a:gd name="connsiteX17" fmla="*/ 9660 w 1225897"/>
              <a:gd name="connsiteY17" fmla="*/ 179688 h 386775"/>
              <a:gd name="connsiteX18" fmla="*/ 18336 w 1225897"/>
              <a:gd name="connsiteY18" fmla="*/ 123454 h 386775"/>
              <a:gd name="connsiteX19" fmla="*/ 309869 w 1225897"/>
              <a:gd name="connsiteY19" fmla="*/ 9237 h 386775"/>
              <a:gd name="connsiteX20" fmla="*/ 393565 w 1225897"/>
              <a:gd name="connsiteY20" fmla="*/ 0 h 38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444" h="2907">
                <a:moveTo>
                  <a:pt x="4743" y="2234"/>
                </a:moveTo>
                <a:cubicBezTo>
                  <a:pt x="4563" y="2365"/>
                  <a:pt x="4528" y="2581"/>
                  <a:pt x="4520" y="2795"/>
                </a:cubicBezTo>
                <a:cubicBezTo>
                  <a:pt x="4649" y="2666"/>
                  <a:pt x="4855" y="2409"/>
                  <a:pt x="4743" y="2234"/>
                </a:cubicBezTo>
                <a:close/>
                <a:moveTo>
                  <a:pt x="3868" y="2012"/>
                </a:moveTo>
                <a:cubicBezTo>
                  <a:pt x="3804" y="2039"/>
                  <a:pt x="3742" y="2072"/>
                  <a:pt x="3683" y="2110"/>
                </a:cubicBezTo>
                <a:cubicBezTo>
                  <a:pt x="3654" y="2129"/>
                  <a:pt x="3498" y="2234"/>
                  <a:pt x="3459" y="2296"/>
                </a:cubicBezTo>
                <a:cubicBezTo>
                  <a:pt x="3616" y="2247"/>
                  <a:pt x="3798" y="2163"/>
                  <a:pt x="3868" y="2012"/>
                </a:cubicBezTo>
                <a:close/>
                <a:moveTo>
                  <a:pt x="3231" y="1757"/>
                </a:moveTo>
                <a:cubicBezTo>
                  <a:pt x="3152" y="1808"/>
                  <a:pt x="3074" y="1861"/>
                  <a:pt x="3003" y="1922"/>
                </a:cubicBezTo>
                <a:cubicBezTo>
                  <a:pt x="2916" y="1997"/>
                  <a:pt x="2848" y="2094"/>
                  <a:pt x="2749" y="2154"/>
                </a:cubicBezTo>
                <a:cubicBezTo>
                  <a:pt x="2568" y="2266"/>
                  <a:pt x="2238" y="2380"/>
                  <a:pt x="2131" y="2595"/>
                </a:cubicBezTo>
                <a:cubicBezTo>
                  <a:pt x="2221" y="2563"/>
                  <a:pt x="2301" y="2490"/>
                  <a:pt x="2388" y="2454"/>
                </a:cubicBezTo>
                <a:cubicBezTo>
                  <a:pt x="2508" y="2405"/>
                  <a:pt x="2638" y="2382"/>
                  <a:pt x="2760" y="2337"/>
                </a:cubicBezTo>
                <a:cubicBezTo>
                  <a:pt x="3029" y="2235"/>
                  <a:pt x="3148" y="2008"/>
                  <a:pt x="3231" y="1757"/>
                </a:cubicBezTo>
                <a:close/>
                <a:moveTo>
                  <a:pt x="4267" y="1615"/>
                </a:moveTo>
                <a:cubicBezTo>
                  <a:pt x="4313" y="1813"/>
                  <a:pt x="4503" y="1992"/>
                  <a:pt x="4682" y="2093"/>
                </a:cubicBezTo>
                <a:cubicBezTo>
                  <a:pt x="4591" y="1901"/>
                  <a:pt x="4430" y="1753"/>
                  <a:pt x="4267" y="1615"/>
                </a:cubicBezTo>
                <a:close/>
                <a:moveTo>
                  <a:pt x="2040" y="1581"/>
                </a:moveTo>
                <a:lnTo>
                  <a:pt x="2039" y="1583"/>
                </a:lnTo>
                <a:cubicBezTo>
                  <a:pt x="2037" y="1586"/>
                  <a:pt x="2035" y="1588"/>
                  <a:pt x="2032" y="1588"/>
                </a:cubicBezTo>
                <a:cubicBezTo>
                  <a:pt x="2021" y="1589"/>
                  <a:pt x="2010" y="1589"/>
                  <a:pt x="1999" y="1589"/>
                </a:cubicBezTo>
                <a:lnTo>
                  <a:pt x="1989" y="1589"/>
                </a:lnTo>
                <a:lnTo>
                  <a:pt x="1974" y="1594"/>
                </a:lnTo>
                <a:cubicBezTo>
                  <a:pt x="1662" y="1710"/>
                  <a:pt x="1308" y="2005"/>
                  <a:pt x="1270" y="2336"/>
                </a:cubicBezTo>
                <a:cubicBezTo>
                  <a:pt x="1345" y="2226"/>
                  <a:pt x="1458" y="2157"/>
                  <a:pt x="1585" y="2101"/>
                </a:cubicBezTo>
                <a:cubicBezTo>
                  <a:pt x="1751" y="2027"/>
                  <a:pt x="2199" y="1856"/>
                  <a:pt x="2043" y="1587"/>
                </a:cubicBezTo>
                <a:lnTo>
                  <a:pt x="2040" y="1581"/>
                </a:lnTo>
                <a:close/>
                <a:moveTo>
                  <a:pt x="639" y="1282"/>
                </a:moveTo>
                <a:cubicBezTo>
                  <a:pt x="562" y="1282"/>
                  <a:pt x="487" y="1293"/>
                  <a:pt x="415" y="1328"/>
                </a:cubicBezTo>
                <a:cubicBezTo>
                  <a:pt x="312" y="1376"/>
                  <a:pt x="226" y="1424"/>
                  <a:pt x="121" y="1454"/>
                </a:cubicBezTo>
                <a:cubicBezTo>
                  <a:pt x="312" y="1627"/>
                  <a:pt x="573" y="1689"/>
                  <a:pt x="848" y="1689"/>
                </a:cubicBezTo>
                <a:cubicBezTo>
                  <a:pt x="1141" y="1689"/>
                  <a:pt x="1451" y="1619"/>
                  <a:pt x="1706" y="1538"/>
                </a:cubicBezTo>
                <a:cubicBezTo>
                  <a:pt x="1447" y="1431"/>
                  <a:pt x="1176" y="1355"/>
                  <a:pt x="900" y="1310"/>
                </a:cubicBezTo>
                <a:cubicBezTo>
                  <a:pt x="813" y="1297"/>
                  <a:pt x="725" y="1282"/>
                  <a:pt x="639" y="1282"/>
                </a:cubicBezTo>
                <a:close/>
                <a:moveTo>
                  <a:pt x="4630" y="1115"/>
                </a:moveTo>
                <a:cubicBezTo>
                  <a:pt x="4790" y="1408"/>
                  <a:pt x="4942" y="1721"/>
                  <a:pt x="5147" y="1981"/>
                </a:cubicBezTo>
                <a:cubicBezTo>
                  <a:pt x="5275" y="2143"/>
                  <a:pt x="5444" y="2255"/>
                  <a:pt x="5649" y="2284"/>
                </a:cubicBezTo>
                <a:cubicBezTo>
                  <a:pt x="5687" y="2290"/>
                  <a:pt x="5728" y="2294"/>
                  <a:pt x="5769" y="2294"/>
                </a:cubicBezTo>
                <a:cubicBezTo>
                  <a:pt x="5880" y="2294"/>
                  <a:pt x="5995" y="2269"/>
                  <a:pt x="6077" y="2201"/>
                </a:cubicBezTo>
                <a:cubicBezTo>
                  <a:pt x="5562" y="1884"/>
                  <a:pt x="5231" y="1274"/>
                  <a:pt x="4630" y="1115"/>
                </a:cubicBezTo>
                <a:close/>
                <a:moveTo>
                  <a:pt x="4000" y="1099"/>
                </a:moveTo>
                <a:cubicBezTo>
                  <a:pt x="3918" y="1299"/>
                  <a:pt x="3896" y="1518"/>
                  <a:pt x="3932" y="1729"/>
                </a:cubicBezTo>
                <a:cubicBezTo>
                  <a:pt x="3996" y="1522"/>
                  <a:pt x="4060" y="1307"/>
                  <a:pt x="4000" y="1099"/>
                </a:cubicBezTo>
                <a:close/>
                <a:moveTo>
                  <a:pt x="5990" y="738"/>
                </a:moveTo>
                <a:cubicBezTo>
                  <a:pt x="5970" y="932"/>
                  <a:pt x="5930" y="1122"/>
                  <a:pt x="5907" y="1315"/>
                </a:cubicBezTo>
                <a:cubicBezTo>
                  <a:pt x="5883" y="1501"/>
                  <a:pt x="5856" y="2050"/>
                  <a:pt x="6128" y="2088"/>
                </a:cubicBezTo>
                <a:cubicBezTo>
                  <a:pt x="6180" y="2042"/>
                  <a:pt x="6251" y="2045"/>
                  <a:pt x="6314" y="2000"/>
                </a:cubicBezTo>
                <a:cubicBezTo>
                  <a:pt x="6412" y="1928"/>
                  <a:pt x="6399" y="1680"/>
                  <a:pt x="6388" y="1578"/>
                </a:cubicBezTo>
                <a:cubicBezTo>
                  <a:pt x="6377" y="1478"/>
                  <a:pt x="6352" y="1380"/>
                  <a:pt x="6313" y="1286"/>
                </a:cubicBezTo>
                <a:cubicBezTo>
                  <a:pt x="6231" y="1089"/>
                  <a:pt x="6068" y="935"/>
                  <a:pt x="5990" y="738"/>
                </a:cubicBezTo>
                <a:close/>
                <a:moveTo>
                  <a:pt x="3096" y="570"/>
                </a:moveTo>
                <a:cubicBezTo>
                  <a:pt x="3113" y="670"/>
                  <a:pt x="3136" y="770"/>
                  <a:pt x="3172" y="865"/>
                </a:cubicBezTo>
                <a:cubicBezTo>
                  <a:pt x="3225" y="1004"/>
                  <a:pt x="3319" y="1108"/>
                  <a:pt x="3395" y="1232"/>
                </a:cubicBezTo>
                <a:cubicBezTo>
                  <a:pt x="3537" y="1464"/>
                  <a:pt x="3659" y="1661"/>
                  <a:pt x="3872" y="1811"/>
                </a:cubicBezTo>
                <a:cubicBezTo>
                  <a:pt x="3815" y="1532"/>
                  <a:pt x="3710" y="1262"/>
                  <a:pt x="3552" y="1023"/>
                </a:cubicBezTo>
                <a:cubicBezTo>
                  <a:pt x="3431" y="842"/>
                  <a:pt x="3236" y="731"/>
                  <a:pt x="3096" y="570"/>
                </a:cubicBezTo>
                <a:close/>
                <a:moveTo>
                  <a:pt x="1185" y="230"/>
                </a:moveTo>
                <a:cubicBezTo>
                  <a:pt x="1249" y="409"/>
                  <a:pt x="1247" y="601"/>
                  <a:pt x="1297" y="790"/>
                </a:cubicBezTo>
                <a:cubicBezTo>
                  <a:pt x="1369" y="1059"/>
                  <a:pt x="1588" y="1405"/>
                  <a:pt x="1880" y="1475"/>
                </a:cubicBezTo>
                <a:lnTo>
                  <a:pt x="1890" y="1477"/>
                </a:lnTo>
                <a:lnTo>
                  <a:pt x="1890" y="1477"/>
                </a:lnTo>
                <a:cubicBezTo>
                  <a:pt x="1895" y="1477"/>
                  <a:pt x="1899" y="1478"/>
                  <a:pt x="1902" y="1480"/>
                </a:cubicBezTo>
                <a:lnTo>
                  <a:pt x="1902" y="1480"/>
                </a:lnTo>
                <a:lnTo>
                  <a:pt x="1910" y="1482"/>
                </a:lnTo>
                <a:lnTo>
                  <a:pt x="1919" y="1483"/>
                </a:lnTo>
                <a:lnTo>
                  <a:pt x="1942" y="1476"/>
                </a:lnTo>
                <a:lnTo>
                  <a:pt x="1956" y="1472"/>
                </a:lnTo>
                <a:lnTo>
                  <a:pt x="1955" y="1463"/>
                </a:lnTo>
                <a:cubicBezTo>
                  <a:pt x="1924" y="949"/>
                  <a:pt x="1625" y="489"/>
                  <a:pt x="1185" y="230"/>
                </a:cubicBezTo>
                <a:close/>
                <a:moveTo>
                  <a:pt x="1925" y="114"/>
                </a:moveTo>
                <a:cubicBezTo>
                  <a:pt x="1963" y="431"/>
                  <a:pt x="2055" y="696"/>
                  <a:pt x="2234" y="970"/>
                </a:cubicBezTo>
                <a:cubicBezTo>
                  <a:pt x="2383" y="1199"/>
                  <a:pt x="2559" y="1419"/>
                  <a:pt x="2821" y="1506"/>
                </a:cubicBezTo>
                <a:cubicBezTo>
                  <a:pt x="2812" y="1199"/>
                  <a:pt x="2737" y="886"/>
                  <a:pt x="2577" y="623"/>
                </a:cubicBezTo>
                <a:cubicBezTo>
                  <a:pt x="2427" y="375"/>
                  <a:pt x="2178" y="239"/>
                  <a:pt x="1925" y="114"/>
                </a:cubicBezTo>
                <a:close/>
                <a:moveTo>
                  <a:pt x="1889" y="0"/>
                </a:moveTo>
                <a:cubicBezTo>
                  <a:pt x="1890" y="0"/>
                  <a:pt x="1892" y="0"/>
                  <a:pt x="1894" y="1"/>
                </a:cubicBezTo>
                <a:cubicBezTo>
                  <a:pt x="2204" y="154"/>
                  <a:pt x="2484" y="318"/>
                  <a:pt x="2647" y="634"/>
                </a:cubicBezTo>
                <a:cubicBezTo>
                  <a:pt x="2787" y="909"/>
                  <a:pt x="2857" y="1213"/>
                  <a:pt x="2867" y="1520"/>
                </a:cubicBezTo>
                <a:cubicBezTo>
                  <a:pt x="2869" y="1520"/>
                  <a:pt x="2870" y="1521"/>
                  <a:pt x="2872" y="1521"/>
                </a:cubicBezTo>
                <a:lnTo>
                  <a:pt x="2873" y="1520"/>
                </a:lnTo>
                <a:cubicBezTo>
                  <a:pt x="2886" y="1523"/>
                  <a:pt x="2894" y="1548"/>
                  <a:pt x="2896" y="1572"/>
                </a:cubicBezTo>
                <a:lnTo>
                  <a:pt x="2896" y="1579"/>
                </a:lnTo>
                <a:lnTo>
                  <a:pt x="2912" y="1581"/>
                </a:lnTo>
                <a:cubicBezTo>
                  <a:pt x="3025" y="1596"/>
                  <a:pt x="3137" y="1595"/>
                  <a:pt x="3253" y="1604"/>
                </a:cubicBezTo>
                <a:lnTo>
                  <a:pt x="3280" y="1607"/>
                </a:lnTo>
                <a:lnTo>
                  <a:pt x="3282" y="1605"/>
                </a:lnTo>
                <a:cubicBezTo>
                  <a:pt x="3283" y="1605"/>
                  <a:pt x="3284" y="1605"/>
                  <a:pt x="3285" y="1605"/>
                </a:cubicBezTo>
                <a:cubicBezTo>
                  <a:pt x="3287" y="1605"/>
                  <a:pt x="3289" y="1605"/>
                  <a:pt x="3291" y="1606"/>
                </a:cubicBezTo>
                <a:lnTo>
                  <a:pt x="3292" y="1608"/>
                </a:lnTo>
                <a:lnTo>
                  <a:pt x="3292" y="1608"/>
                </a:lnTo>
                <a:lnTo>
                  <a:pt x="3297" y="1605"/>
                </a:lnTo>
                <a:lnTo>
                  <a:pt x="3297" y="1603"/>
                </a:lnTo>
                <a:cubicBezTo>
                  <a:pt x="3300" y="1602"/>
                  <a:pt x="3303" y="1601"/>
                  <a:pt x="3305" y="1601"/>
                </a:cubicBezTo>
                <a:cubicBezTo>
                  <a:pt x="3310" y="1601"/>
                  <a:pt x="3315" y="1604"/>
                  <a:pt x="3319" y="1609"/>
                </a:cubicBezTo>
                <a:lnTo>
                  <a:pt x="3321" y="1612"/>
                </a:lnTo>
                <a:lnTo>
                  <a:pt x="3339" y="1615"/>
                </a:lnTo>
                <a:cubicBezTo>
                  <a:pt x="3453" y="1637"/>
                  <a:pt x="3534" y="1691"/>
                  <a:pt x="3632" y="1763"/>
                </a:cubicBezTo>
                <a:cubicBezTo>
                  <a:pt x="3668" y="1789"/>
                  <a:pt x="3706" y="1810"/>
                  <a:pt x="3744" y="1828"/>
                </a:cubicBezTo>
                <a:lnTo>
                  <a:pt x="3761" y="1835"/>
                </a:lnTo>
                <a:lnTo>
                  <a:pt x="3747" y="1824"/>
                </a:lnTo>
                <a:cubicBezTo>
                  <a:pt x="3580" y="1678"/>
                  <a:pt x="3468" y="1498"/>
                  <a:pt x="3342" y="1290"/>
                </a:cubicBezTo>
                <a:cubicBezTo>
                  <a:pt x="3260" y="1158"/>
                  <a:pt x="3164" y="1049"/>
                  <a:pt x="3108" y="901"/>
                </a:cubicBezTo>
                <a:cubicBezTo>
                  <a:pt x="3052" y="749"/>
                  <a:pt x="3026" y="586"/>
                  <a:pt x="3001" y="425"/>
                </a:cubicBezTo>
                <a:cubicBezTo>
                  <a:pt x="2998" y="398"/>
                  <a:pt x="3016" y="371"/>
                  <a:pt x="3036" y="371"/>
                </a:cubicBezTo>
                <a:cubicBezTo>
                  <a:pt x="3045" y="371"/>
                  <a:pt x="3055" y="377"/>
                  <a:pt x="3063" y="391"/>
                </a:cubicBezTo>
                <a:cubicBezTo>
                  <a:pt x="3146" y="539"/>
                  <a:pt x="3289" y="627"/>
                  <a:pt x="3413" y="737"/>
                </a:cubicBezTo>
                <a:cubicBezTo>
                  <a:pt x="3515" y="830"/>
                  <a:pt x="3594" y="940"/>
                  <a:pt x="3663" y="1059"/>
                </a:cubicBezTo>
                <a:cubicBezTo>
                  <a:pt x="3735" y="1184"/>
                  <a:pt x="3795" y="1314"/>
                  <a:pt x="3843" y="1448"/>
                </a:cubicBezTo>
                <a:lnTo>
                  <a:pt x="3851" y="1471"/>
                </a:lnTo>
                <a:lnTo>
                  <a:pt x="3851" y="1463"/>
                </a:lnTo>
                <a:cubicBezTo>
                  <a:pt x="3859" y="1295"/>
                  <a:pt x="3900" y="1128"/>
                  <a:pt x="3972" y="972"/>
                </a:cubicBezTo>
                <a:cubicBezTo>
                  <a:pt x="3978" y="961"/>
                  <a:pt x="3987" y="956"/>
                  <a:pt x="3996" y="956"/>
                </a:cubicBezTo>
                <a:cubicBezTo>
                  <a:pt x="4007" y="956"/>
                  <a:pt x="4018" y="963"/>
                  <a:pt x="4024" y="977"/>
                </a:cubicBezTo>
                <a:cubicBezTo>
                  <a:pt x="4154" y="1278"/>
                  <a:pt x="4049" y="1569"/>
                  <a:pt x="3964" y="1865"/>
                </a:cubicBezTo>
                <a:lnTo>
                  <a:pt x="3965" y="1870"/>
                </a:lnTo>
                <a:lnTo>
                  <a:pt x="3969" y="1873"/>
                </a:lnTo>
                <a:lnTo>
                  <a:pt x="3972" y="1872"/>
                </a:lnTo>
                <a:cubicBezTo>
                  <a:pt x="3974" y="1871"/>
                  <a:pt x="3975" y="1871"/>
                  <a:pt x="3977" y="1871"/>
                </a:cubicBezTo>
                <a:cubicBezTo>
                  <a:pt x="3985" y="1871"/>
                  <a:pt x="3991" y="1877"/>
                  <a:pt x="3996" y="1885"/>
                </a:cubicBezTo>
                <a:lnTo>
                  <a:pt x="3997" y="1888"/>
                </a:lnTo>
                <a:lnTo>
                  <a:pt x="3999" y="1889"/>
                </a:lnTo>
                <a:cubicBezTo>
                  <a:pt x="4007" y="1893"/>
                  <a:pt x="4013" y="1901"/>
                  <a:pt x="4017" y="1911"/>
                </a:cubicBezTo>
                <a:lnTo>
                  <a:pt x="4018" y="1916"/>
                </a:lnTo>
                <a:lnTo>
                  <a:pt x="4037" y="1921"/>
                </a:lnTo>
                <a:cubicBezTo>
                  <a:pt x="4084" y="1935"/>
                  <a:pt x="4130" y="1949"/>
                  <a:pt x="4177" y="1969"/>
                </a:cubicBezTo>
                <a:cubicBezTo>
                  <a:pt x="4299" y="2020"/>
                  <a:pt x="4415" y="2071"/>
                  <a:pt x="4539" y="2108"/>
                </a:cubicBezTo>
                <a:lnTo>
                  <a:pt x="4558" y="2113"/>
                </a:lnTo>
                <a:lnTo>
                  <a:pt x="4547" y="2106"/>
                </a:lnTo>
                <a:cubicBezTo>
                  <a:pt x="4357" y="1962"/>
                  <a:pt x="4205" y="1753"/>
                  <a:pt x="4198" y="1519"/>
                </a:cubicBezTo>
                <a:cubicBezTo>
                  <a:pt x="4198" y="1504"/>
                  <a:pt x="4207" y="1478"/>
                  <a:pt x="4223" y="1478"/>
                </a:cubicBezTo>
                <a:cubicBezTo>
                  <a:pt x="4227" y="1478"/>
                  <a:pt x="4231" y="1480"/>
                  <a:pt x="4236" y="1484"/>
                </a:cubicBezTo>
                <a:cubicBezTo>
                  <a:pt x="4443" y="1659"/>
                  <a:pt x="4649" y="1843"/>
                  <a:pt x="4751" y="2098"/>
                </a:cubicBezTo>
                <a:lnTo>
                  <a:pt x="4757" y="2116"/>
                </a:lnTo>
                <a:lnTo>
                  <a:pt x="4759" y="2116"/>
                </a:lnTo>
                <a:cubicBezTo>
                  <a:pt x="4770" y="2119"/>
                  <a:pt x="4778" y="2139"/>
                  <a:pt x="4782" y="2159"/>
                </a:cubicBezTo>
                <a:lnTo>
                  <a:pt x="4783" y="2163"/>
                </a:lnTo>
                <a:lnTo>
                  <a:pt x="4804" y="2167"/>
                </a:lnTo>
                <a:cubicBezTo>
                  <a:pt x="4941" y="2193"/>
                  <a:pt x="5079" y="2216"/>
                  <a:pt x="5217" y="2239"/>
                </a:cubicBezTo>
                <a:lnTo>
                  <a:pt x="5329" y="2256"/>
                </a:lnTo>
                <a:lnTo>
                  <a:pt x="5317" y="2249"/>
                </a:lnTo>
                <a:cubicBezTo>
                  <a:pt x="5301" y="2237"/>
                  <a:pt x="5285" y="2226"/>
                  <a:pt x="5271" y="2214"/>
                </a:cubicBezTo>
                <a:cubicBezTo>
                  <a:pt x="5119" y="2087"/>
                  <a:pt x="5019" y="1913"/>
                  <a:pt x="4922" y="1744"/>
                </a:cubicBezTo>
                <a:lnTo>
                  <a:pt x="4547" y="1088"/>
                </a:lnTo>
                <a:cubicBezTo>
                  <a:pt x="4538" y="1073"/>
                  <a:pt x="4522" y="1002"/>
                  <a:pt x="4555" y="1002"/>
                </a:cubicBezTo>
                <a:cubicBezTo>
                  <a:pt x="4557" y="1002"/>
                  <a:pt x="4559" y="1002"/>
                  <a:pt x="4561" y="1003"/>
                </a:cubicBezTo>
                <a:cubicBezTo>
                  <a:pt x="5148" y="1118"/>
                  <a:pt x="5476" y="1657"/>
                  <a:pt x="5930" y="2002"/>
                </a:cubicBezTo>
                <a:lnTo>
                  <a:pt x="5942" y="2011"/>
                </a:lnTo>
                <a:lnTo>
                  <a:pt x="5940" y="2008"/>
                </a:lnTo>
                <a:cubicBezTo>
                  <a:pt x="5887" y="1896"/>
                  <a:pt x="5862" y="1756"/>
                  <a:pt x="5852" y="1665"/>
                </a:cubicBezTo>
                <a:cubicBezTo>
                  <a:pt x="5814" y="1305"/>
                  <a:pt x="5934" y="956"/>
                  <a:pt x="5953" y="601"/>
                </a:cubicBezTo>
                <a:cubicBezTo>
                  <a:pt x="5955" y="578"/>
                  <a:pt x="5965" y="564"/>
                  <a:pt x="5975" y="564"/>
                </a:cubicBezTo>
                <a:cubicBezTo>
                  <a:pt x="5984" y="564"/>
                  <a:pt x="5992" y="574"/>
                  <a:pt x="5997" y="595"/>
                </a:cubicBezTo>
                <a:cubicBezTo>
                  <a:pt x="6036" y="796"/>
                  <a:pt x="6196" y="940"/>
                  <a:pt x="6290" y="1117"/>
                </a:cubicBezTo>
                <a:cubicBezTo>
                  <a:pt x="6362" y="1249"/>
                  <a:pt x="6408" y="1394"/>
                  <a:pt x="6429" y="1542"/>
                </a:cubicBezTo>
                <a:cubicBezTo>
                  <a:pt x="6448" y="1682"/>
                  <a:pt x="6460" y="1883"/>
                  <a:pt x="6397" y="2015"/>
                </a:cubicBezTo>
                <a:cubicBezTo>
                  <a:pt x="6355" y="2105"/>
                  <a:pt x="6261" y="2111"/>
                  <a:pt x="6191" y="2152"/>
                </a:cubicBezTo>
                <a:cubicBezTo>
                  <a:pt x="6191" y="2154"/>
                  <a:pt x="6191" y="2157"/>
                  <a:pt x="6191" y="2159"/>
                </a:cubicBezTo>
                <a:lnTo>
                  <a:pt x="6191" y="2159"/>
                </a:lnTo>
                <a:lnTo>
                  <a:pt x="6191" y="2161"/>
                </a:lnTo>
                <a:cubicBezTo>
                  <a:pt x="6191" y="2171"/>
                  <a:pt x="6191" y="2179"/>
                  <a:pt x="6188" y="2185"/>
                </a:cubicBezTo>
                <a:cubicBezTo>
                  <a:pt x="6114" y="2339"/>
                  <a:pt x="5963" y="2398"/>
                  <a:pt x="5799" y="2398"/>
                </a:cubicBezTo>
                <a:cubicBezTo>
                  <a:pt x="5793" y="2398"/>
                  <a:pt x="5787" y="2398"/>
                  <a:pt x="5781" y="2398"/>
                </a:cubicBezTo>
                <a:lnTo>
                  <a:pt x="5778" y="2398"/>
                </a:lnTo>
                <a:lnTo>
                  <a:pt x="5778" y="2398"/>
                </a:lnTo>
                <a:cubicBezTo>
                  <a:pt x="5775" y="2400"/>
                  <a:pt x="5772" y="2401"/>
                  <a:pt x="5768" y="2401"/>
                </a:cubicBezTo>
                <a:cubicBezTo>
                  <a:pt x="5767" y="2401"/>
                  <a:pt x="5765" y="2401"/>
                  <a:pt x="5764" y="2401"/>
                </a:cubicBezTo>
                <a:lnTo>
                  <a:pt x="5754" y="2399"/>
                </a:lnTo>
                <a:lnTo>
                  <a:pt x="5754" y="2401"/>
                </a:lnTo>
                <a:cubicBezTo>
                  <a:pt x="5753" y="2412"/>
                  <a:pt x="5749" y="2421"/>
                  <a:pt x="5742" y="2421"/>
                </a:cubicBezTo>
                <a:cubicBezTo>
                  <a:pt x="5491" y="2444"/>
                  <a:pt x="5269" y="2546"/>
                  <a:pt x="5080" y="2697"/>
                </a:cubicBezTo>
                <a:lnTo>
                  <a:pt x="5078" y="2699"/>
                </a:lnTo>
                <a:lnTo>
                  <a:pt x="5079" y="2699"/>
                </a:lnTo>
                <a:cubicBezTo>
                  <a:pt x="5127" y="2722"/>
                  <a:pt x="5166" y="2752"/>
                  <a:pt x="5198" y="2787"/>
                </a:cubicBezTo>
                <a:lnTo>
                  <a:pt x="5200" y="2790"/>
                </a:lnTo>
                <a:lnTo>
                  <a:pt x="5202" y="2790"/>
                </a:lnTo>
                <a:cubicBezTo>
                  <a:pt x="5352" y="2746"/>
                  <a:pt x="5506" y="2725"/>
                  <a:pt x="5659" y="2725"/>
                </a:cubicBezTo>
                <a:cubicBezTo>
                  <a:pt x="5875" y="2725"/>
                  <a:pt x="6091" y="2768"/>
                  <a:pt x="6294" y="2853"/>
                </a:cubicBezTo>
                <a:cubicBezTo>
                  <a:pt x="6304" y="2857"/>
                  <a:pt x="6310" y="2877"/>
                  <a:pt x="6312" y="2898"/>
                </a:cubicBezTo>
                <a:lnTo>
                  <a:pt x="6312" y="2907"/>
                </a:lnTo>
                <a:lnTo>
                  <a:pt x="6185" y="2907"/>
                </a:lnTo>
                <a:lnTo>
                  <a:pt x="6090" y="2877"/>
                </a:lnTo>
                <a:cubicBezTo>
                  <a:pt x="5954" y="2842"/>
                  <a:pt x="5814" y="2823"/>
                  <a:pt x="5674" y="2823"/>
                </a:cubicBezTo>
                <a:cubicBezTo>
                  <a:pt x="5535" y="2823"/>
                  <a:pt x="5397" y="2841"/>
                  <a:pt x="5262" y="2876"/>
                </a:cubicBezTo>
                <a:lnTo>
                  <a:pt x="5255" y="2878"/>
                </a:lnTo>
                <a:lnTo>
                  <a:pt x="5267" y="2907"/>
                </a:lnTo>
                <a:lnTo>
                  <a:pt x="5248" y="2907"/>
                </a:lnTo>
                <a:lnTo>
                  <a:pt x="5212" y="2907"/>
                </a:lnTo>
                <a:lnTo>
                  <a:pt x="5198" y="2907"/>
                </a:lnTo>
                <a:lnTo>
                  <a:pt x="5193" y="2896"/>
                </a:lnTo>
                <a:lnTo>
                  <a:pt x="5186" y="2898"/>
                </a:lnTo>
                <a:cubicBezTo>
                  <a:pt x="5186" y="2898"/>
                  <a:pt x="5186" y="2898"/>
                  <a:pt x="5185" y="2898"/>
                </a:cubicBezTo>
                <a:cubicBezTo>
                  <a:pt x="5180" y="2898"/>
                  <a:pt x="5173" y="2885"/>
                  <a:pt x="5169" y="2868"/>
                </a:cubicBezTo>
                <a:lnTo>
                  <a:pt x="5168" y="2865"/>
                </a:lnTo>
                <a:lnTo>
                  <a:pt x="5165" y="2862"/>
                </a:lnTo>
                <a:cubicBezTo>
                  <a:pt x="5138" y="2833"/>
                  <a:pt x="5104" y="2809"/>
                  <a:pt x="5062" y="2790"/>
                </a:cubicBezTo>
                <a:cubicBezTo>
                  <a:pt x="5061" y="2796"/>
                  <a:pt x="5058" y="2801"/>
                  <a:pt x="5055" y="2804"/>
                </a:cubicBezTo>
                <a:cubicBezTo>
                  <a:pt x="5030" y="2827"/>
                  <a:pt x="5011" y="2852"/>
                  <a:pt x="4997" y="2878"/>
                </a:cubicBezTo>
                <a:lnTo>
                  <a:pt x="4986" y="2907"/>
                </a:lnTo>
                <a:lnTo>
                  <a:pt x="4920" y="2907"/>
                </a:lnTo>
                <a:lnTo>
                  <a:pt x="4940" y="2835"/>
                </a:lnTo>
                <a:cubicBezTo>
                  <a:pt x="4942" y="2830"/>
                  <a:pt x="4944" y="2826"/>
                  <a:pt x="4946" y="2822"/>
                </a:cubicBezTo>
                <a:lnTo>
                  <a:pt x="4948" y="2818"/>
                </a:lnTo>
                <a:lnTo>
                  <a:pt x="4864" y="2907"/>
                </a:lnTo>
                <a:lnTo>
                  <a:pt x="4790" y="2907"/>
                </a:lnTo>
                <a:lnTo>
                  <a:pt x="4839" y="2844"/>
                </a:lnTo>
                <a:cubicBezTo>
                  <a:pt x="5031" y="2618"/>
                  <a:pt x="5277" y="2443"/>
                  <a:pt x="5567" y="2373"/>
                </a:cubicBezTo>
                <a:lnTo>
                  <a:pt x="5580" y="2370"/>
                </a:lnTo>
                <a:lnTo>
                  <a:pt x="5497" y="2357"/>
                </a:lnTo>
                <a:cubicBezTo>
                  <a:pt x="5274" y="2321"/>
                  <a:pt x="5050" y="2286"/>
                  <a:pt x="4828" y="2246"/>
                </a:cubicBezTo>
                <a:lnTo>
                  <a:pt x="4802" y="2241"/>
                </a:lnTo>
                <a:lnTo>
                  <a:pt x="4807" y="2256"/>
                </a:lnTo>
                <a:cubicBezTo>
                  <a:pt x="4862" y="2460"/>
                  <a:pt x="4720" y="2697"/>
                  <a:pt x="4576" y="2855"/>
                </a:cubicBezTo>
                <a:lnTo>
                  <a:pt x="4525" y="2907"/>
                </a:lnTo>
                <a:lnTo>
                  <a:pt x="4486" y="2907"/>
                </a:lnTo>
                <a:lnTo>
                  <a:pt x="4482" y="2899"/>
                </a:lnTo>
                <a:cubicBezTo>
                  <a:pt x="4478" y="2884"/>
                  <a:pt x="4476" y="2869"/>
                  <a:pt x="4476" y="2865"/>
                </a:cubicBezTo>
                <a:cubicBezTo>
                  <a:pt x="4478" y="2637"/>
                  <a:pt x="4489" y="2382"/>
                  <a:pt x="4641" y="2210"/>
                </a:cubicBezTo>
                <a:lnTo>
                  <a:pt x="4642" y="2209"/>
                </a:lnTo>
                <a:lnTo>
                  <a:pt x="4633" y="2207"/>
                </a:lnTo>
                <a:cubicBezTo>
                  <a:pt x="4493" y="2174"/>
                  <a:pt x="4363" y="2125"/>
                  <a:pt x="4228" y="2067"/>
                </a:cubicBezTo>
                <a:cubicBezTo>
                  <a:pt x="4191" y="2050"/>
                  <a:pt x="4153" y="2037"/>
                  <a:pt x="4114" y="2025"/>
                </a:cubicBezTo>
                <a:lnTo>
                  <a:pt x="4114" y="2025"/>
                </a:lnTo>
                <a:lnTo>
                  <a:pt x="4121" y="2037"/>
                </a:lnTo>
                <a:cubicBezTo>
                  <a:pt x="4178" y="2126"/>
                  <a:pt x="4205" y="2230"/>
                  <a:pt x="4199" y="2353"/>
                </a:cubicBezTo>
                <a:cubicBezTo>
                  <a:pt x="4192" y="2501"/>
                  <a:pt x="4135" y="2649"/>
                  <a:pt x="4095" y="2796"/>
                </a:cubicBezTo>
                <a:lnTo>
                  <a:pt x="4076" y="2907"/>
                </a:lnTo>
                <a:lnTo>
                  <a:pt x="4005" y="2907"/>
                </a:lnTo>
                <a:lnTo>
                  <a:pt x="4008" y="2882"/>
                </a:lnTo>
                <a:cubicBezTo>
                  <a:pt x="4064" y="2576"/>
                  <a:pt x="4221" y="2267"/>
                  <a:pt x="4015" y="2033"/>
                </a:cubicBezTo>
                <a:cubicBezTo>
                  <a:pt x="3997" y="2211"/>
                  <a:pt x="3984" y="2341"/>
                  <a:pt x="3884" y="2511"/>
                </a:cubicBezTo>
                <a:cubicBezTo>
                  <a:pt x="3828" y="2608"/>
                  <a:pt x="3773" y="2707"/>
                  <a:pt x="3768" y="2815"/>
                </a:cubicBezTo>
                <a:lnTo>
                  <a:pt x="3779" y="2907"/>
                </a:lnTo>
                <a:lnTo>
                  <a:pt x="3711" y="2907"/>
                </a:lnTo>
                <a:lnTo>
                  <a:pt x="3695" y="2812"/>
                </a:lnTo>
                <a:cubicBezTo>
                  <a:pt x="3694" y="2695"/>
                  <a:pt x="3741" y="2593"/>
                  <a:pt x="3799" y="2493"/>
                </a:cubicBezTo>
                <a:cubicBezTo>
                  <a:pt x="3846" y="2409"/>
                  <a:pt x="3894" y="2335"/>
                  <a:pt x="3920" y="2241"/>
                </a:cubicBezTo>
                <a:cubicBezTo>
                  <a:pt x="3941" y="2163"/>
                  <a:pt x="3941" y="2085"/>
                  <a:pt x="3946" y="2005"/>
                </a:cubicBezTo>
                <a:lnTo>
                  <a:pt x="3947" y="1992"/>
                </a:lnTo>
                <a:lnTo>
                  <a:pt x="3947" y="1993"/>
                </a:lnTo>
                <a:cubicBezTo>
                  <a:pt x="3946" y="1993"/>
                  <a:pt x="3945" y="1994"/>
                  <a:pt x="3944" y="1994"/>
                </a:cubicBezTo>
                <a:lnTo>
                  <a:pt x="3942" y="1995"/>
                </a:lnTo>
                <a:lnTo>
                  <a:pt x="3940" y="2006"/>
                </a:lnTo>
                <a:cubicBezTo>
                  <a:pt x="3879" y="2229"/>
                  <a:pt x="3659" y="2342"/>
                  <a:pt x="3438" y="2406"/>
                </a:cubicBezTo>
                <a:cubicBezTo>
                  <a:pt x="3437" y="2406"/>
                  <a:pt x="3436" y="2406"/>
                  <a:pt x="3435" y="2406"/>
                </a:cubicBezTo>
                <a:cubicBezTo>
                  <a:pt x="3424" y="2406"/>
                  <a:pt x="3415" y="2391"/>
                  <a:pt x="3411" y="2384"/>
                </a:cubicBezTo>
                <a:cubicBezTo>
                  <a:pt x="3356" y="2264"/>
                  <a:pt x="3454" y="2177"/>
                  <a:pt x="3540" y="2103"/>
                </a:cubicBezTo>
                <a:cubicBezTo>
                  <a:pt x="3615" y="2039"/>
                  <a:pt x="3698" y="1985"/>
                  <a:pt x="3787" y="1942"/>
                </a:cubicBezTo>
                <a:lnTo>
                  <a:pt x="3802" y="1935"/>
                </a:lnTo>
                <a:lnTo>
                  <a:pt x="3797" y="1933"/>
                </a:lnTo>
                <a:cubicBezTo>
                  <a:pt x="3788" y="1930"/>
                  <a:pt x="3779" y="1926"/>
                  <a:pt x="3769" y="1922"/>
                </a:cubicBezTo>
                <a:cubicBezTo>
                  <a:pt x="3617" y="1858"/>
                  <a:pt x="3516" y="1726"/>
                  <a:pt x="3350" y="1691"/>
                </a:cubicBezTo>
                <a:lnTo>
                  <a:pt x="3331" y="1687"/>
                </a:lnTo>
                <a:lnTo>
                  <a:pt x="3330" y="1690"/>
                </a:lnTo>
                <a:cubicBezTo>
                  <a:pt x="3328" y="1694"/>
                  <a:pt x="3325" y="1697"/>
                  <a:pt x="3322" y="1699"/>
                </a:cubicBezTo>
                <a:cubicBezTo>
                  <a:pt x="3318" y="1701"/>
                  <a:pt x="3314" y="1704"/>
                  <a:pt x="3311" y="1706"/>
                </a:cubicBezTo>
                <a:cubicBezTo>
                  <a:pt x="3233" y="1975"/>
                  <a:pt x="3134" y="2262"/>
                  <a:pt x="2868" y="2395"/>
                </a:cubicBezTo>
                <a:cubicBezTo>
                  <a:pt x="2743" y="2460"/>
                  <a:pt x="2601" y="2484"/>
                  <a:pt x="2470" y="2529"/>
                </a:cubicBezTo>
                <a:cubicBezTo>
                  <a:pt x="2339" y="2574"/>
                  <a:pt x="2222" y="2695"/>
                  <a:pt x="2083" y="2709"/>
                </a:cubicBezTo>
                <a:cubicBezTo>
                  <a:pt x="2083" y="2709"/>
                  <a:pt x="2082" y="2709"/>
                  <a:pt x="2081" y="2709"/>
                </a:cubicBezTo>
                <a:cubicBezTo>
                  <a:pt x="2054" y="2709"/>
                  <a:pt x="2049" y="2654"/>
                  <a:pt x="2053" y="2637"/>
                </a:cubicBezTo>
                <a:cubicBezTo>
                  <a:pt x="2097" y="2398"/>
                  <a:pt x="2372" y="2237"/>
                  <a:pt x="2572" y="2135"/>
                </a:cubicBezTo>
                <a:cubicBezTo>
                  <a:pt x="2800" y="2017"/>
                  <a:pt x="2977" y="1835"/>
                  <a:pt x="3183" y="1683"/>
                </a:cubicBezTo>
                <a:lnTo>
                  <a:pt x="3195" y="1674"/>
                </a:lnTo>
                <a:lnTo>
                  <a:pt x="3192" y="1674"/>
                </a:lnTo>
                <a:cubicBezTo>
                  <a:pt x="3174" y="1674"/>
                  <a:pt x="3156" y="1674"/>
                  <a:pt x="3138" y="1674"/>
                </a:cubicBezTo>
                <a:cubicBezTo>
                  <a:pt x="3123" y="1674"/>
                  <a:pt x="3107" y="1674"/>
                  <a:pt x="3091" y="1674"/>
                </a:cubicBezTo>
                <a:cubicBezTo>
                  <a:pt x="3021" y="1674"/>
                  <a:pt x="2951" y="1672"/>
                  <a:pt x="2882" y="1658"/>
                </a:cubicBezTo>
                <a:cubicBezTo>
                  <a:pt x="2726" y="1626"/>
                  <a:pt x="2583" y="1549"/>
                  <a:pt x="2426" y="1520"/>
                </a:cubicBezTo>
                <a:cubicBezTo>
                  <a:pt x="2368" y="1510"/>
                  <a:pt x="2309" y="1505"/>
                  <a:pt x="2251" y="1505"/>
                </a:cubicBezTo>
                <a:cubicBezTo>
                  <a:pt x="2202" y="1505"/>
                  <a:pt x="2153" y="1508"/>
                  <a:pt x="2105" y="1515"/>
                </a:cubicBezTo>
                <a:lnTo>
                  <a:pt x="2093" y="1517"/>
                </a:lnTo>
                <a:lnTo>
                  <a:pt x="2093" y="1520"/>
                </a:lnTo>
                <a:cubicBezTo>
                  <a:pt x="2093" y="1528"/>
                  <a:pt x="2092" y="1537"/>
                  <a:pt x="2089" y="1545"/>
                </a:cubicBezTo>
                <a:cubicBezTo>
                  <a:pt x="2153" y="1683"/>
                  <a:pt x="2117" y="1847"/>
                  <a:pt x="2014" y="1963"/>
                </a:cubicBezTo>
                <a:cubicBezTo>
                  <a:pt x="1803" y="2200"/>
                  <a:pt x="1397" y="2175"/>
                  <a:pt x="1267" y="2496"/>
                </a:cubicBezTo>
                <a:cubicBezTo>
                  <a:pt x="1262" y="2508"/>
                  <a:pt x="1256" y="2513"/>
                  <a:pt x="1250" y="2513"/>
                </a:cubicBezTo>
                <a:cubicBezTo>
                  <a:pt x="1235" y="2513"/>
                  <a:pt x="1218" y="2484"/>
                  <a:pt x="1216" y="2466"/>
                </a:cubicBezTo>
                <a:cubicBezTo>
                  <a:pt x="1174" y="2156"/>
                  <a:pt x="1367" y="1868"/>
                  <a:pt x="1624" y="1676"/>
                </a:cubicBezTo>
                <a:lnTo>
                  <a:pt x="1645" y="1661"/>
                </a:lnTo>
                <a:lnTo>
                  <a:pt x="1617" y="1669"/>
                </a:lnTo>
                <a:cubicBezTo>
                  <a:pt x="1380" y="1737"/>
                  <a:pt x="1112" y="1789"/>
                  <a:pt x="855" y="1789"/>
                </a:cubicBezTo>
                <a:cubicBezTo>
                  <a:pt x="530" y="1789"/>
                  <a:pt x="222" y="1705"/>
                  <a:pt x="15" y="1463"/>
                </a:cubicBezTo>
                <a:cubicBezTo>
                  <a:pt x="-4" y="1441"/>
                  <a:pt x="-11" y="1381"/>
                  <a:pt x="29" y="1374"/>
                </a:cubicBezTo>
                <a:cubicBezTo>
                  <a:pt x="199" y="1344"/>
                  <a:pt x="326" y="1234"/>
                  <a:pt x="488" y="1195"/>
                </a:cubicBezTo>
                <a:cubicBezTo>
                  <a:pt x="530" y="1184"/>
                  <a:pt x="575" y="1180"/>
                  <a:pt x="620" y="1180"/>
                </a:cubicBezTo>
                <a:cubicBezTo>
                  <a:pt x="716" y="1180"/>
                  <a:pt x="815" y="1198"/>
                  <a:pt x="905" y="1212"/>
                </a:cubicBezTo>
                <a:cubicBezTo>
                  <a:pt x="1127" y="1248"/>
                  <a:pt x="1344" y="1304"/>
                  <a:pt x="1555" y="1380"/>
                </a:cubicBezTo>
                <a:lnTo>
                  <a:pt x="1595" y="1394"/>
                </a:lnTo>
                <a:lnTo>
                  <a:pt x="1592" y="1391"/>
                </a:lnTo>
                <a:cubicBezTo>
                  <a:pt x="1509" y="1302"/>
                  <a:pt x="1440" y="1193"/>
                  <a:pt x="1381" y="1088"/>
                </a:cubicBezTo>
                <a:cubicBezTo>
                  <a:pt x="1319" y="976"/>
                  <a:pt x="1275" y="855"/>
                  <a:pt x="1252" y="730"/>
                </a:cubicBezTo>
                <a:cubicBezTo>
                  <a:pt x="1218" y="546"/>
                  <a:pt x="1221" y="357"/>
                  <a:pt x="1121" y="192"/>
                </a:cubicBezTo>
                <a:cubicBezTo>
                  <a:pt x="1116" y="183"/>
                  <a:pt x="1099" y="98"/>
                  <a:pt x="1117" y="98"/>
                </a:cubicBezTo>
                <a:cubicBezTo>
                  <a:pt x="1118" y="98"/>
                  <a:pt x="1120" y="98"/>
                  <a:pt x="1121" y="99"/>
                </a:cubicBezTo>
                <a:cubicBezTo>
                  <a:pt x="1630" y="370"/>
                  <a:pt x="1948" y="892"/>
                  <a:pt x="1988" y="1461"/>
                </a:cubicBezTo>
                <a:lnTo>
                  <a:pt x="1988" y="1464"/>
                </a:lnTo>
                <a:lnTo>
                  <a:pt x="1989" y="1464"/>
                </a:lnTo>
                <a:cubicBezTo>
                  <a:pt x="2066" y="1446"/>
                  <a:pt x="2140" y="1438"/>
                  <a:pt x="2214" y="1438"/>
                </a:cubicBezTo>
                <a:cubicBezTo>
                  <a:pt x="2344" y="1438"/>
                  <a:pt x="2471" y="1463"/>
                  <a:pt x="2604" y="1501"/>
                </a:cubicBezTo>
                <a:lnTo>
                  <a:pt x="2632" y="1509"/>
                </a:lnTo>
                <a:lnTo>
                  <a:pt x="2625" y="1504"/>
                </a:lnTo>
                <a:cubicBezTo>
                  <a:pt x="2441" y="1380"/>
                  <a:pt x="2304" y="1188"/>
                  <a:pt x="2183" y="999"/>
                </a:cubicBezTo>
                <a:cubicBezTo>
                  <a:pt x="1990" y="696"/>
                  <a:pt x="1908" y="408"/>
                  <a:pt x="1872" y="53"/>
                </a:cubicBezTo>
                <a:cubicBezTo>
                  <a:pt x="1871" y="46"/>
                  <a:pt x="1871" y="0"/>
                  <a:pt x="188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</a:pPr>
            <a:endParaRPr kumimoji="0" sz="186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77" name="任意多边形: 形状 176"/>
          <p:cNvSpPr/>
          <p:nvPr userDrawn="1">
            <p:custDataLst>
              <p:tags r:id="rId10"/>
            </p:custDataLst>
          </p:nvPr>
        </p:nvSpPr>
        <p:spPr>
          <a:xfrm>
            <a:off x="1354455" y="5227320"/>
            <a:ext cx="1941830" cy="1630680"/>
          </a:xfrm>
          <a:custGeom>
            <a:avLst/>
            <a:gdLst>
              <a:gd name="connsiteX0" fmla="*/ 71762 w 92735"/>
              <a:gd name="connsiteY0" fmla="*/ 0 h 36191"/>
              <a:gd name="connsiteX1" fmla="*/ 92735 w 92735"/>
              <a:gd name="connsiteY1" fmla="*/ 36191 h 36191"/>
              <a:gd name="connsiteX2" fmla="*/ 0 w 92735"/>
              <a:gd name="connsiteY2" fmla="*/ 36191 h 36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8" h="2568">
                <a:moveTo>
                  <a:pt x="2016" y="0"/>
                </a:moveTo>
                <a:cubicBezTo>
                  <a:pt x="2036" y="0"/>
                  <a:pt x="2056" y="11"/>
                  <a:pt x="2065" y="33"/>
                </a:cubicBezTo>
                <a:cubicBezTo>
                  <a:pt x="2385" y="653"/>
                  <a:pt x="2664" y="1429"/>
                  <a:pt x="2192" y="2055"/>
                </a:cubicBezTo>
                <a:cubicBezTo>
                  <a:pt x="2187" y="2063"/>
                  <a:pt x="2179" y="2067"/>
                  <a:pt x="2171" y="2069"/>
                </a:cubicBezTo>
                <a:lnTo>
                  <a:pt x="2167" y="2070"/>
                </a:lnTo>
                <a:lnTo>
                  <a:pt x="2122" y="2309"/>
                </a:lnTo>
                <a:lnTo>
                  <a:pt x="2155" y="2324"/>
                </a:lnTo>
                <a:cubicBezTo>
                  <a:pt x="2399" y="2426"/>
                  <a:pt x="2655" y="2501"/>
                  <a:pt x="2917" y="2547"/>
                </a:cubicBezTo>
                <a:lnTo>
                  <a:pt x="3058" y="2568"/>
                </a:lnTo>
                <a:lnTo>
                  <a:pt x="2729" y="2568"/>
                </a:lnTo>
                <a:lnTo>
                  <a:pt x="2653" y="2568"/>
                </a:lnTo>
                <a:lnTo>
                  <a:pt x="2583" y="2568"/>
                </a:lnTo>
                <a:lnTo>
                  <a:pt x="2609" y="2555"/>
                </a:lnTo>
                <a:lnTo>
                  <a:pt x="2293" y="2461"/>
                </a:lnTo>
                <a:cubicBezTo>
                  <a:pt x="1882" y="2312"/>
                  <a:pt x="1499" y="2090"/>
                  <a:pt x="1164" y="1804"/>
                </a:cubicBezTo>
                <a:lnTo>
                  <a:pt x="1125" y="1771"/>
                </a:lnTo>
                <a:lnTo>
                  <a:pt x="1115" y="1771"/>
                </a:lnTo>
                <a:cubicBezTo>
                  <a:pt x="1042" y="1771"/>
                  <a:pt x="937" y="1726"/>
                  <a:pt x="895" y="1704"/>
                </a:cubicBezTo>
                <a:lnTo>
                  <a:pt x="889" y="1701"/>
                </a:lnTo>
                <a:cubicBezTo>
                  <a:pt x="465" y="1464"/>
                  <a:pt x="237" y="1009"/>
                  <a:pt x="7" y="603"/>
                </a:cubicBezTo>
                <a:cubicBezTo>
                  <a:pt x="-12" y="570"/>
                  <a:pt x="11" y="519"/>
                  <a:pt x="48" y="519"/>
                </a:cubicBezTo>
                <a:cubicBezTo>
                  <a:pt x="55" y="519"/>
                  <a:pt x="63" y="521"/>
                  <a:pt x="72" y="526"/>
                </a:cubicBezTo>
                <a:cubicBezTo>
                  <a:pt x="379" y="704"/>
                  <a:pt x="759" y="764"/>
                  <a:pt x="1023" y="1018"/>
                </a:cubicBezTo>
                <a:cubicBezTo>
                  <a:pt x="1214" y="1202"/>
                  <a:pt x="1294" y="1468"/>
                  <a:pt x="1193" y="1715"/>
                </a:cubicBezTo>
                <a:lnTo>
                  <a:pt x="1189" y="1724"/>
                </a:lnTo>
                <a:lnTo>
                  <a:pt x="1211" y="1743"/>
                </a:lnTo>
                <a:cubicBezTo>
                  <a:pt x="1463" y="1958"/>
                  <a:pt x="1742" y="2136"/>
                  <a:pt x="2041" y="2273"/>
                </a:cubicBezTo>
                <a:lnTo>
                  <a:pt x="2048" y="2277"/>
                </a:lnTo>
                <a:lnTo>
                  <a:pt x="2094" y="2038"/>
                </a:lnTo>
                <a:lnTo>
                  <a:pt x="2093" y="2037"/>
                </a:lnTo>
                <a:cubicBezTo>
                  <a:pt x="2090" y="2034"/>
                  <a:pt x="2087" y="2030"/>
                  <a:pt x="2085" y="2027"/>
                </a:cubicBezTo>
                <a:cubicBezTo>
                  <a:pt x="1933" y="1743"/>
                  <a:pt x="1838" y="1429"/>
                  <a:pt x="1808" y="1108"/>
                </a:cubicBezTo>
                <a:cubicBezTo>
                  <a:pt x="1776" y="743"/>
                  <a:pt x="1865" y="390"/>
                  <a:pt x="1964" y="42"/>
                </a:cubicBezTo>
                <a:cubicBezTo>
                  <a:pt x="1970" y="14"/>
                  <a:pt x="1993" y="0"/>
                  <a:pt x="2016" y="0"/>
                </a:cubicBezTo>
                <a:close/>
                <a:moveTo>
                  <a:pt x="1953" y="2556"/>
                </a:moveTo>
                <a:lnTo>
                  <a:pt x="2104" y="2568"/>
                </a:lnTo>
                <a:lnTo>
                  <a:pt x="1759" y="2568"/>
                </a:lnTo>
                <a:lnTo>
                  <a:pt x="1814" y="2562"/>
                </a:lnTo>
                <a:cubicBezTo>
                  <a:pt x="1860" y="2558"/>
                  <a:pt x="1906" y="2556"/>
                  <a:pt x="1953" y="25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</a:pPr>
            <a:endParaRPr kumimoji="0" sz="186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Times New Roman" panose="02020603050405020304" charset="0"/>
              <a:sym typeface="Arial" panose="020B0604020202020204"/>
            </a:endParaRPr>
          </a:p>
        </p:txBody>
      </p:sp>
      <p:sp useBgFill="1">
        <p:nvSpPr>
          <p:cNvPr id="7" name="Google Shape;26;p2"/>
          <p:cNvSpPr/>
          <p:nvPr userDrawn="1">
            <p:custDataLst>
              <p:tags r:id="rId11"/>
            </p:custDataLst>
          </p:nvPr>
        </p:nvSpPr>
        <p:spPr>
          <a:xfrm>
            <a:off x="1192530" y="1055370"/>
            <a:ext cx="9984740" cy="5029200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12" name="Subtitle 11"/>
          <p:cNvSpPr>
            <a:spLocks noGrp="1"/>
          </p:cNvSpPr>
          <p:nvPr>
            <p:ph type="body" idx="16386" hasCustomPrompt="1"/>
            <p:custDataLst>
              <p:tags r:id="rId12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8" name="标题 11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3364089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4" Type="http://schemas.openxmlformats.org/officeDocument/2006/relationships/theme" Target="../theme/theme2.xml"/><Relationship Id="rId33" Type="http://schemas.openxmlformats.org/officeDocument/2006/relationships/tags" Target="../tags/tag196.xml"/><Relationship Id="rId32" Type="http://schemas.openxmlformats.org/officeDocument/2006/relationships/tags" Target="../tags/tag195.xml"/><Relationship Id="rId31" Type="http://schemas.openxmlformats.org/officeDocument/2006/relationships/tags" Target="../tags/tag194.xml"/><Relationship Id="rId30" Type="http://schemas.openxmlformats.org/officeDocument/2006/relationships/tags" Target="../tags/tag193.xml"/><Relationship Id="rId3" Type="http://schemas.openxmlformats.org/officeDocument/2006/relationships/slideLayout" Target="../slideLayouts/slideLayout13.xml"/><Relationship Id="rId29" Type="http://schemas.openxmlformats.org/officeDocument/2006/relationships/tags" Target="../tags/tag192.xml"/><Relationship Id="rId28" Type="http://schemas.openxmlformats.org/officeDocument/2006/relationships/tags" Target="../tags/tag191.xml"/><Relationship Id="rId27" Type="http://schemas.openxmlformats.org/officeDocument/2006/relationships/tags" Target="../tags/tag190.xml"/><Relationship Id="rId26" Type="http://schemas.openxmlformats.org/officeDocument/2006/relationships/tags" Target="../tags/tag189.xml"/><Relationship Id="rId25" Type="http://schemas.openxmlformats.org/officeDocument/2006/relationships/tags" Target="../tags/tag188.xml"/><Relationship Id="rId24" Type="http://schemas.openxmlformats.org/officeDocument/2006/relationships/tags" Target="../tags/tag187.xml"/><Relationship Id="rId23" Type="http://schemas.openxmlformats.org/officeDocument/2006/relationships/tags" Target="../tags/tag186.xml"/><Relationship Id="rId22" Type="http://schemas.openxmlformats.org/officeDocument/2006/relationships/tags" Target="../tags/tag185.xml"/><Relationship Id="rId21" Type="http://schemas.openxmlformats.org/officeDocument/2006/relationships/tags" Target="../tags/tag184.xml"/><Relationship Id="rId20" Type="http://schemas.openxmlformats.org/officeDocument/2006/relationships/tags" Target="../tags/tag183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82.xml"/><Relationship Id="rId18" Type="http://schemas.openxmlformats.org/officeDocument/2006/relationships/tags" Target="../tags/tag181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4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12188190" cy="6857365"/>
          </a:xfrm>
          <a:prstGeom prst="rect">
            <a:avLst/>
          </a:prstGeom>
          <a:solidFill>
            <a:schemeClr val="accent1">
              <a:alpha val="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: 形状 16"/>
          <p:cNvSpPr/>
          <p:nvPr>
            <p:custDataLst>
              <p:tags r:id="rId19"/>
            </p:custDataLst>
          </p:nvPr>
        </p:nvSpPr>
        <p:spPr>
          <a:xfrm>
            <a:off x="0" y="818941"/>
            <a:ext cx="1018994" cy="2190671"/>
          </a:xfrm>
          <a:custGeom>
            <a:avLst/>
            <a:gdLst>
              <a:gd name="connsiteX0" fmla="*/ 161746 w 1018994"/>
              <a:gd name="connsiteY0" fmla="*/ 0 h 2190671"/>
              <a:gd name="connsiteX1" fmla="*/ 492724 w 1018994"/>
              <a:gd name="connsiteY1" fmla="*/ 49806 h 2190671"/>
              <a:gd name="connsiteX2" fmla="*/ 914950 w 1018994"/>
              <a:gd name="connsiteY2" fmla="*/ 1254071 h 2190671"/>
              <a:gd name="connsiteX3" fmla="*/ 512634 w 1018994"/>
              <a:gd name="connsiteY3" fmla="*/ 1804307 h 2190671"/>
              <a:gd name="connsiteX4" fmla="*/ 488 w 1018994"/>
              <a:gd name="connsiteY4" fmla="*/ 2190526 h 2190671"/>
              <a:gd name="connsiteX5" fmla="*/ 0 w 1018994"/>
              <a:gd name="connsiteY5" fmla="*/ 2190671 h 2190671"/>
              <a:gd name="connsiteX6" fmla="*/ 0 w 1018994"/>
              <a:gd name="connsiteY6" fmla="*/ 13151 h 2190671"/>
              <a:gd name="connsiteX7" fmla="*/ 19280 w 1018994"/>
              <a:gd name="connsiteY7" fmla="*/ 9351 h 2190671"/>
              <a:gd name="connsiteX8" fmla="*/ 161746 w 1018994"/>
              <a:gd name="connsiteY8" fmla="*/ 0 h 2190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8994" h="2190671">
                <a:moveTo>
                  <a:pt x="161746" y="0"/>
                </a:moveTo>
                <a:cubicBezTo>
                  <a:pt x="269097" y="0"/>
                  <a:pt x="379631" y="15853"/>
                  <a:pt x="492724" y="49806"/>
                </a:cubicBezTo>
                <a:cubicBezTo>
                  <a:pt x="980671" y="195978"/>
                  <a:pt x="1148563" y="815430"/>
                  <a:pt x="914950" y="1254071"/>
                </a:cubicBezTo>
                <a:cubicBezTo>
                  <a:pt x="805103" y="1460847"/>
                  <a:pt x="685706" y="1641658"/>
                  <a:pt x="512634" y="1804307"/>
                </a:cubicBezTo>
                <a:cubicBezTo>
                  <a:pt x="377142" y="1929969"/>
                  <a:pt x="188657" y="2117273"/>
                  <a:pt x="488" y="2190526"/>
                </a:cubicBezTo>
                <a:lnTo>
                  <a:pt x="0" y="2190671"/>
                </a:lnTo>
                <a:lnTo>
                  <a:pt x="0" y="13151"/>
                </a:lnTo>
                <a:lnTo>
                  <a:pt x="19280" y="9351"/>
                </a:lnTo>
                <a:cubicBezTo>
                  <a:pt x="66067" y="3186"/>
                  <a:pt x="113578" y="0"/>
                  <a:pt x="16174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endParaRPr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24" name="任意多边形: 形状 23"/>
          <p:cNvSpPr/>
          <p:nvPr>
            <p:custDataLst>
              <p:tags r:id="rId20"/>
            </p:custDataLst>
          </p:nvPr>
        </p:nvSpPr>
        <p:spPr>
          <a:xfrm>
            <a:off x="4381912" y="4586336"/>
            <a:ext cx="3808908" cy="2271664"/>
          </a:xfrm>
          <a:custGeom>
            <a:avLst/>
            <a:gdLst>
              <a:gd name="connsiteX0" fmla="*/ 2255217 w 3808908"/>
              <a:gd name="connsiteY0" fmla="*/ 0 h 2271664"/>
              <a:gd name="connsiteX1" fmla="*/ 2256964 w 3808908"/>
              <a:gd name="connsiteY1" fmla="*/ 0 h 2271664"/>
              <a:gd name="connsiteX2" fmla="*/ 3742464 w 3808908"/>
              <a:gd name="connsiteY2" fmla="*/ 1236345 h 2271664"/>
              <a:gd name="connsiteX3" fmla="*/ 3806637 w 3808908"/>
              <a:gd name="connsiteY3" fmla="*/ 2029238 h 2271664"/>
              <a:gd name="connsiteX4" fmla="*/ 3789225 w 3808908"/>
              <a:gd name="connsiteY4" fmla="*/ 2271664 h 2271664"/>
              <a:gd name="connsiteX5" fmla="*/ 0 w 3808908"/>
              <a:gd name="connsiteY5" fmla="*/ 2271664 h 2271664"/>
              <a:gd name="connsiteX6" fmla="*/ 63354 w 3808908"/>
              <a:gd name="connsiteY6" fmla="*/ 2164869 h 2271664"/>
              <a:gd name="connsiteX7" fmla="*/ 580293 w 3808908"/>
              <a:gd name="connsiteY7" fmla="*/ 1447427 h 2271664"/>
              <a:gd name="connsiteX8" fmla="*/ 2255217 w 3808908"/>
              <a:gd name="connsiteY8" fmla="*/ 0 h 227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908" h="2271664">
                <a:moveTo>
                  <a:pt x="2255217" y="0"/>
                </a:moveTo>
                <a:cubicBezTo>
                  <a:pt x="2255841" y="0"/>
                  <a:pt x="2256403" y="0"/>
                  <a:pt x="2256964" y="0"/>
                </a:cubicBezTo>
                <a:cubicBezTo>
                  <a:pt x="2992443" y="0"/>
                  <a:pt x="3599788" y="542996"/>
                  <a:pt x="3742464" y="1236345"/>
                </a:cubicBezTo>
                <a:cubicBezTo>
                  <a:pt x="3796155" y="1496866"/>
                  <a:pt x="3816117" y="1762801"/>
                  <a:pt x="3806637" y="2029238"/>
                </a:cubicBezTo>
                <a:lnTo>
                  <a:pt x="3789225" y="2271664"/>
                </a:lnTo>
                <a:lnTo>
                  <a:pt x="0" y="2271664"/>
                </a:lnTo>
                <a:lnTo>
                  <a:pt x="63354" y="2164869"/>
                </a:lnTo>
                <a:cubicBezTo>
                  <a:pt x="222758" y="1915044"/>
                  <a:pt x="397734" y="1674955"/>
                  <a:pt x="580293" y="1447427"/>
                </a:cubicBezTo>
                <a:cubicBezTo>
                  <a:pt x="960078" y="975021"/>
                  <a:pt x="1576971" y="1747"/>
                  <a:pt x="22552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endParaRPr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13" name="Google Shape;13;p2"/>
          <p:cNvSpPr/>
          <p:nvPr>
            <p:custDataLst>
              <p:tags r:id="rId21"/>
            </p:custDataLst>
          </p:nvPr>
        </p:nvSpPr>
        <p:spPr>
          <a:xfrm>
            <a:off x="3586558" y="95690"/>
            <a:ext cx="1906041" cy="1534183"/>
          </a:xfrm>
          <a:custGeom>
            <a:avLst/>
            <a:gdLst/>
            <a:ahLst/>
            <a:cxnLst/>
            <a:rect l="l" t="t" r="r" b="b"/>
            <a:pathLst>
              <a:path w="30539" h="24581" extrusionOk="0">
                <a:moveTo>
                  <a:pt x="11034" y="0"/>
                </a:moveTo>
                <a:cubicBezTo>
                  <a:pt x="10036" y="0"/>
                  <a:pt x="9052" y="200"/>
                  <a:pt x="8096" y="664"/>
                </a:cubicBezTo>
                <a:cubicBezTo>
                  <a:pt x="7403" y="1010"/>
                  <a:pt x="6779" y="1468"/>
                  <a:pt x="6252" y="2050"/>
                </a:cubicBezTo>
                <a:cubicBezTo>
                  <a:pt x="2551" y="6056"/>
                  <a:pt x="1" y="15011"/>
                  <a:pt x="5005" y="19017"/>
                </a:cubicBezTo>
                <a:cubicBezTo>
                  <a:pt x="7126" y="20722"/>
                  <a:pt x="9940" y="21956"/>
                  <a:pt x="12379" y="23162"/>
                </a:cubicBezTo>
                <a:cubicBezTo>
                  <a:pt x="14231" y="24059"/>
                  <a:pt x="15997" y="24581"/>
                  <a:pt x="17752" y="24581"/>
                </a:cubicBezTo>
                <a:cubicBezTo>
                  <a:pt x="19466" y="24581"/>
                  <a:pt x="21168" y="24084"/>
                  <a:pt x="22928" y="22954"/>
                </a:cubicBezTo>
                <a:cubicBezTo>
                  <a:pt x="25770" y="21165"/>
                  <a:pt x="28903" y="18587"/>
                  <a:pt x="29956" y="15274"/>
                </a:cubicBezTo>
                <a:cubicBezTo>
                  <a:pt x="30538" y="13472"/>
                  <a:pt x="30386" y="11365"/>
                  <a:pt x="29221" y="9868"/>
                </a:cubicBezTo>
                <a:cubicBezTo>
                  <a:pt x="28265" y="8648"/>
                  <a:pt x="26782" y="7983"/>
                  <a:pt x="25409" y="7248"/>
                </a:cubicBezTo>
                <a:cubicBezTo>
                  <a:pt x="21496" y="5152"/>
                  <a:pt x="16093" y="0"/>
                  <a:pt x="110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endParaRPr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19" name="任意多边形: 形状 18"/>
          <p:cNvSpPr/>
          <p:nvPr>
            <p:custDataLst>
              <p:tags r:id="rId22"/>
            </p:custDataLst>
          </p:nvPr>
        </p:nvSpPr>
        <p:spPr>
          <a:xfrm>
            <a:off x="7126270" y="0"/>
            <a:ext cx="5065730" cy="4535031"/>
          </a:xfrm>
          <a:custGeom>
            <a:avLst/>
            <a:gdLst>
              <a:gd name="connsiteX0" fmla="*/ 0 w 5065730"/>
              <a:gd name="connsiteY0" fmla="*/ 0 h 4535031"/>
              <a:gd name="connsiteX1" fmla="*/ 3806154 w 5065730"/>
              <a:gd name="connsiteY1" fmla="*/ 0 h 4535031"/>
              <a:gd name="connsiteX2" fmla="*/ 3896433 w 5065730"/>
              <a:gd name="connsiteY2" fmla="*/ 222543 h 4535031"/>
              <a:gd name="connsiteX3" fmla="*/ 4401693 w 5065730"/>
              <a:gd name="connsiteY3" fmla="*/ 1276181 h 4535031"/>
              <a:gd name="connsiteX4" fmla="*/ 4921752 w 5065730"/>
              <a:gd name="connsiteY4" fmla="*/ 2058087 h 4535031"/>
              <a:gd name="connsiteX5" fmla="*/ 5065730 w 5065730"/>
              <a:gd name="connsiteY5" fmla="*/ 2263091 h 4535031"/>
              <a:gd name="connsiteX6" fmla="*/ 5065730 w 5065730"/>
              <a:gd name="connsiteY6" fmla="*/ 4433470 h 4535031"/>
              <a:gd name="connsiteX7" fmla="*/ 4949124 w 5065730"/>
              <a:gd name="connsiteY7" fmla="*/ 4479689 h 4535031"/>
              <a:gd name="connsiteX8" fmla="*/ 4804009 w 5065730"/>
              <a:gd name="connsiteY8" fmla="*/ 4515371 h 4535031"/>
              <a:gd name="connsiteX9" fmla="*/ 4572394 w 5065730"/>
              <a:gd name="connsiteY9" fmla="*/ 4535031 h 4535031"/>
              <a:gd name="connsiteX10" fmla="*/ 3793475 w 5065730"/>
              <a:gd name="connsiteY10" fmla="*/ 4376127 h 4535031"/>
              <a:gd name="connsiteX11" fmla="*/ 2920500 w 5065730"/>
              <a:gd name="connsiteY11" fmla="*/ 3980738 h 4535031"/>
              <a:gd name="connsiteX12" fmla="*/ 812988 w 5065730"/>
              <a:gd name="connsiteY12" fmla="*/ 1936327 h 4535031"/>
              <a:gd name="connsiteX13" fmla="*/ 42667 w 5065730"/>
              <a:gd name="connsiteY13" fmla="*/ 190496 h 4535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065730" h="4535031">
                <a:moveTo>
                  <a:pt x="0" y="0"/>
                </a:moveTo>
                <a:lnTo>
                  <a:pt x="3806154" y="0"/>
                </a:lnTo>
                <a:lnTo>
                  <a:pt x="3896433" y="222543"/>
                </a:lnTo>
                <a:cubicBezTo>
                  <a:pt x="4045032" y="576715"/>
                  <a:pt x="4205310" y="926230"/>
                  <a:pt x="4401693" y="1276181"/>
                </a:cubicBezTo>
                <a:cubicBezTo>
                  <a:pt x="4556978" y="1553047"/>
                  <a:pt x="4739739" y="1805243"/>
                  <a:pt x="4921752" y="2058087"/>
                </a:cubicBezTo>
                <a:lnTo>
                  <a:pt x="5065730" y="2263091"/>
                </a:lnTo>
                <a:lnTo>
                  <a:pt x="5065730" y="4433470"/>
                </a:lnTo>
                <a:lnTo>
                  <a:pt x="4949124" y="4479689"/>
                </a:lnTo>
                <a:cubicBezTo>
                  <a:pt x="4903253" y="4494315"/>
                  <a:pt x="4854891" y="4506290"/>
                  <a:pt x="4804009" y="4515371"/>
                </a:cubicBezTo>
                <a:cubicBezTo>
                  <a:pt x="4727178" y="4528977"/>
                  <a:pt x="4649848" y="4535031"/>
                  <a:pt x="4572394" y="4535031"/>
                </a:cubicBezTo>
                <a:cubicBezTo>
                  <a:pt x="4308946" y="4535031"/>
                  <a:pt x="4044252" y="4464379"/>
                  <a:pt x="3793475" y="4376127"/>
                </a:cubicBezTo>
                <a:cubicBezTo>
                  <a:pt x="3491519" y="4269712"/>
                  <a:pt x="3199986" y="4137333"/>
                  <a:pt x="2920500" y="3980738"/>
                </a:cubicBezTo>
                <a:cubicBezTo>
                  <a:pt x="2056200" y="3497971"/>
                  <a:pt x="1316539" y="2788519"/>
                  <a:pt x="812988" y="1936327"/>
                </a:cubicBezTo>
                <a:cubicBezTo>
                  <a:pt x="511731" y="1425829"/>
                  <a:pt x="200916" y="816789"/>
                  <a:pt x="42667" y="1904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endParaRPr sz="24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229" name="任意多边形: 形状 228"/>
          <p:cNvSpPr/>
          <p:nvPr>
            <p:custDataLst>
              <p:tags r:id="rId23"/>
            </p:custDataLst>
          </p:nvPr>
        </p:nvSpPr>
        <p:spPr>
          <a:xfrm>
            <a:off x="9415780" y="0"/>
            <a:ext cx="2772410" cy="2003425"/>
          </a:xfrm>
          <a:custGeom>
            <a:avLst/>
            <a:gdLst>
              <a:gd name="connsiteX0" fmla="*/ 2908101 w 2908101"/>
              <a:gd name="connsiteY0" fmla="*/ 0 h 1841787"/>
              <a:gd name="connsiteX1" fmla="*/ 2908101 w 2908101"/>
              <a:gd name="connsiteY1" fmla="*/ 31024 h 1841787"/>
              <a:gd name="connsiteX2" fmla="*/ 2824648 w 2908101"/>
              <a:gd name="connsiteY2" fmla="*/ 51991 h 1841787"/>
              <a:gd name="connsiteX3" fmla="*/ 1117823 w 2908101"/>
              <a:gd name="connsiteY3" fmla="*/ 959325 h 1841787"/>
              <a:gd name="connsiteX4" fmla="*/ 844390 w 2908101"/>
              <a:gd name="connsiteY4" fmla="*/ 1211912 h 1841787"/>
              <a:gd name="connsiteX5" fmla="*/ 11234 w 2908101"/>
              <a:gd name="connsiteY5" fmla="*/ 1841787 h 1841787"/>
              <a:gd name="connsiteX6" fmla="*/ 0 w 2908101"/>
              <a:gd name="connsiteY6" fmla="*/ 1815823 h 1841787"/>
              <a:gd name="connsiteX7" fmla="*/ 824543 w 2908101"/>
              <a:gd name="connsiteY7" fmla="*/ 1191191 h 1841787"/>
              <a:gd name="connsiteX8" fmla="*/ 1098787 w 2908101"/>
              <a:gd name="connsiteY8" fmla="*/ 937668 h 1841787"/>
              <a:gd name="connsiteX9" fmla="*/ 2626665 w 2908101"/>
              <a:gd name="connsiteY9" fmla="*/ 78548 h 184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26" h="4065">
                <a:moveTo>
                  <a:pt x="5626" y="476"/>
                </a:moveTo>
                <a:lnTo>
                  <a:pt x="5626" y="1486"/>
                </a:lnTo>
                <a:lnTo>
                  <a:pt x="5421" y="1818"/>
                </a:lnTo>
                <a:cubicBezTo>
                  <a:pt x="5251" y="2063"/>
                  <a:pt x="5051" y="2287"/>
                  <a:pt x="4826" y="2483"/>
                </a:cubicBezTo>
                <a:cubicBezTo>
                  <a:pt x="4716" y="2580"/>
                  <a:pt x="4600" y="2670"/>
                  <a:pt x="4479" y="2751"/>
                </a:cubicBezTo>
                <a:cubicBezTo>
                  <a:pt x="4411" y="2799"/>
                  <a:pt x="4148" y="2899"/>
                  <a:pt x="4118" y="2966"/>
                </a:cubicBezTo>
                <a:cubicBezTo>
                  <a:pt x="4348" y="2440"/>
                  <a:pt x="4580" y="1912"/>
                  <a:pt x="4883" y="1426"/>
                </a:cubicBezTo>
                <a:cubicBezTo>
                  <a:pt x="5051" y="1157"/>
                  <a:pt x="5271" y="827"/>
                  <a:pt x="5529" y="566"/>
                </a:cubicBezTo>
                <a:lnTo>
                  <a:pt x="5626" y="476"/>
                </a:lnTo>
                <a:close/>
                <a:moveTo>
                  <a:pt x="1854" y="0"/>
                </a:moveTo>
                <a:lnTo>
                  <a:pt x="3637" y="0"/>
                </a:lnTo>
                <a:lnTo>
                  <a:pt x="3827" y="31"/>
                </a:lnTo>
                <a:cubicBezTo>
                  <a:pt x="3979" y="58"/>
                  <a:pt x="4947" y="329"/>
                  <a:pt x="4833" y="529"/>
                </a:cubicBezTo>
                <a:lnTo>
                  <a:pt x="4831" y="532"/>
                </a:lnTo>
                <a:lnTo>
                  <a:pt x="4858" y="522"/>
                </a:lnTo>
                <a:cubicBezTo>
                  <a:pt x="4965" y="481"/>
                  <a:pt x="5073" y="443"/>
                  <a:pt x="5183" y="408"/>
                </a:cubicBezTo>
                <a:lnTo>
                  <a:pt x="5626" y="284"/>
                </a:lnTo>
                <a:lnTo>
                  <a:pt x="5626" y="333"/>
                </a:lnTo>
                <a:lnTo>
                  <a:pt x="5495" y="366"/>
                </a:lnTo>
                <a:cubicBezTo>
                  <a:pt x="5000" y="502"/>
                  <a:pt x="4520" y="691"/>
                  <a:pt x="4067" y="931"/>
                </a:cubicBezTo>
                <a:lnTo>
                  <a:pt x="4062" y="934"/>
                </a:lnTo>
                <a:lnTo>
                  <a:pt x="4065" y="936"/>
                </a:lnTo>
                <a:cubicBezTo>
                  <a:pt x="4083" y="950"/>
                  <a:pt x="4092" y="981"/>
                  <a:pt x="4089" y="1034"/>
                </a:cubicBezTo>
                <a:cubicBezTo>
                  <a:pt x="4036" y="1972"/>
                  <a:pt x="3482" y="2810"/>
                  <a:pt x="2830" y="3486"/>
                </a:cubicBezTo>
                <a:cubicBezTo>
                  <a:pt x="2879" y="3004"/>
                  <a:pt x="2965" y="2520"/>
                  <a:pt x="3146" y="2069"/>
                </a:cubicBezTo>
                <a:cubicBezTo>
                  <a:pt x="3250" y="1806"/>
                  <a:pt x="3392" y="1561"/>
                  <a:pt x="3565" y="1338"/>
                </a:cubicBezTo>
                <a:cubicBezTo>
                  <a:pt x="3593" y="1302"/>
                  <a:pt x="3689" y="1189"/>
                  <a:pt x="3792" y="1090"/>
                </a:cubicBezTo>
                <a:lnTo>
                  <a:pt x="3805" y="1077"/>
                </a:lnTo>
                <a:lnTo>
                  <a:pt x="3733" y="1120"/>
                </a:lnTo>
                <a:cubicBezTo>
                  <a:pt x="3405" y="1318"/>
                  <a:pt x="3094" y="1543"/>
                  <a:pt x="2806" y="1795"/>
                </a:cubicBezTo>
                <a:cubicBezTo>
                  <a:pt x="2697" y="1891"/>
                  <a:pt x="2588" y="1992"/>
                  <a:pt x="2481" y="2092"/>
                </a:cubicBezTo>
                <a:lnTo>
                  <a:pt x="2436" y="2135"/>
                </a:lnTo>
                <a:lnTo>
                  <a:pt x="2438" y="2138"/>
                </a:lnTo>
                <a:cubicBezTo>
                  <a:pt x="2453" y="2160"/>
                  <a:pt x="2457" y="2199"/>
                  <a:pt x="2445" y="2262"/>
                </a:cubicBezTo>
                <a:cubicBezTo>
                  <a:pt x="2409" y="2442"/>
                  <a:pt x="2205" y="2667"/>
                  <a:pt x="2093" y="2809"/>
                </a:cubicBezTo>
                <a:cubicBezTo>
                  <a:pt x="1830" y="3140"/>
                  <a:pt x="1510" y="3422"/>
                  <a:pt x="1146" y="3640"/>
                </a:cubicBezTo>
                <a:cubicBezTo>
                  <a:pt x="970" y="3745"/>
                  <a:pt x="785" y="3833"/>
                  <a:pt x="593" y="3906"/>
                </a:cubicBezTo>
                <a:cubicBezTo>
                  <a:pt x="500" y="3941"/>
                  <a:pt x="41" y="4002"/>
                  <a:pt x="0" y="4065"/>
                </a:cubicBezTo>
                <a:cubicBezTo>
                  <a:pt x="282" y="3634"/>
                  <a:pt x="625" y="3247"/>
                  <a:pt x="1019" y="2918"/>
                </a:cubicBezTo>
                <a:cubicBezTo>
                  <a:pt x="1361" y="2631"/>
                  <a:pt x="1744" y="2378"/>
                  <a:pt x="2152" y="2194"/>
                </a:cubicBezTo>
                <a:cubicBezTo>
                  <a:pt x="2239" y="2154"/>
                  <a:pt x="2325" y="2113"/>
                  <a:pt x="2383" y="2113"/>
                </a:cubicBezTo>
                <a:cubicBezTo>
                  <a:pt x="2386" y="2113"/>
                  <a:pt x="2390" y="2113"/>
                  <a:pt x="2393" y="2113"/>
                </a:cubicBezTo>
                <a:lnTo>
                  <a:pt x="2393" y="2113"/>
                </a:lnTo>
                <a:lnTo>
                  <a:pt x="2397" y="2109"/>
                </a:lnTo>
                <a:cubicBezTo>
                  <a:pt x="2521" y="1992"/>
                  <a:pt x="2648" y="1872"/>
                  <a:pt x="2776" y="1760"/>
                </a:cubicBezTo>
                <a:cubicBezTo>
                  <a:pt x="2884" y="1667"/>
                  <a:pt x="2995" y="1577"/>
                  <a:pt x="3109" y="1490"/>
                </a:cubicBezTo>
                <a:lnTo>
                  <a:pt x="3157" y="1453"/>
                </a:lnTo>
                <a:lnTo>
                  <a:pt x="3156" y="1454"/>
                </a:lnTo>
                <a:cubicBezTo>
                  <a:pt x="2859" y="1595"/>
                  <a:pt x="2510" y="1670"/>
                  <a:pt x="2208" y="1717"/>
                </a:cubicBezTo>
                <a:cubicBezTo>
                  <a:pt x="1781" y="1784"/>
                  <a:pt x="1348" y="1792"/>
                  <a:pt x="915" y="1792"/>
                </a:cubicBezTo>
                <a:cubicBezTo>
                  <a:pt x="850" y="1792"/>
                  <a:pt x="784" y="1792"/>
                  <a:pt x="719" y="1792"/>
                </a:cubicBezTo>
                <a:cubicBezTo>
                  <a:pt x="1166" y="1594"/>
                  <a:pt x="1617" y="1397"/>
                  <a:pt x="2090" y="1274"/>
                </a:cubicBezTo>
                <a:cubicBezTo>
                  <a:pt x="2232" y="1236"/>
                  <a:pt x="2727" y="1120"/>
                  <a:pt x="3086" y="1120"/>
                </a:cubicBezTo>
                <a:cubicBezTo>
                  <a:pt x="3264" y="1120"/>
                  <a:pt x="3408" y="1148"/>
                  <a:pt x="3461" y="1228"/>
                </a:cubicBezTo>
                <a:lnTo>
                  <a:pt x="3465" y="1236"/>
                </a:lnTo>
                <a:lnTo>
                  <a:pt x="3532" y="1192"/>
                </a:lnTo>
                <a:cubicBezTo>
                  <a:pt x="3866" y="976"/>
                  <a:pt x="4222" y="787"/>
                  <a:pt x="4591" y="629"/>
                </a:cubicBezTo>
                <a:lnTo>
                  <a:pt x="4617" y="618"/>
                </a:lnTo>
                <a:lnTo>
                  <a:pt x="4608" y="619"/>
                </a:lnTo>
                <a:cubicBezTo>
                  <a:pt x="4571" y="623"/>
                  <a:pt x="4531" y="624"/>
                  <a:pt x="4490" y="624"/>
                </a:cubicBezTo>
                <a:cubicBezTo>
                  <a:pt x="4311" y="624"/>
                  <a:pt x="4111" y="597"/>
                  <a:pt x="4011" y="590"/>
                </a:cubicBezTo>
                <a:cubicBezTo>
                  <a:pt x="3769" y="571"/>
                  <a:pt x="3529" y="534"/>
                  <a:pt x="3292" y="479"/>
                </a:cubicBezTo>
                <a:cubicBezTo>
                  <a:pt x="2887" y="384"/>
                  <a:pt x="2494" y="246"/>
                  <a:pt x="2104" y="97"/>
                </a:cubicBezTo>
                <a:lnTo>
                  <a:pt x="185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lvl="0" algn="l" defTabSz="1219200">
              <a:buClr>
                <a:srgbClr val="000000"/>
              </a:buClr>
              <a:buSzTx/>
              <a:buFontTx/>
            </a:pPr>
            <a:endParaRPr sz="1865" kern="0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1" name="任意多边形: 形状 140"/>
          <p:cNvSpPr/>
          <p:nvPr>
            <p:custDataLst>
              <p:tags r:id="rId24"/>
            </p:custDataLst>
          </p:nvPr>
        </p:nvSpPr>
        <p:spPr>
          <a:xfrm>
            <a:off x="0" y="1055370"/>
            <a:ext cx="2042795" cy="1753235"/>
          </a:xfrm>
          <a:custGeom>
            <a:avLst/>
            <a:gdLst>
              <a:gd name="connsiteX0" fmla="*/ 98316 w 885958"/>
              <a:gd name="connsiteY0" fmla="*/ 56796 h 707580"/>
              <a:gd name="connsiteX1" fmla="*/ 449765 w 885958"/>
              <a:gd name="connsiteY1" fmla="*/ 327982 h 707580"/>
              <a:gd name="connsiteX2" fmla="*/ 439030 w 885958"/>
              <a:gd name="connsiteY2" fmla="*/ 370111 h 707580"/>
              <a:gd name="connsiteX3" fmla="*/ 435909 w 885958"/>
              <a:gd name="connsiteY3" fmla="*/ 368675 h 707580"/>
              <a:gd name="connsiteX4" fmla="*/ 55438 w 885958"/>
              <a:gd name="connsiteY4" fmla="*/ 82073 h 707580"/>
              <a:gd name="connsiteX5" fmla="*/ 836852 w 885958"/>
              <a:gd name="connsiteY5" fmla="*/ 637989 h 707580"/>
              <a:gd name="connsiteX6" fmla="*/ 98316 w 885958"/>
              <a:gd name="connsiteY6" fmla="*/ 56796 h 707580"/>
              <a:gd name="connsiteX7" fmla="*/ 41020 w 885958"/>
              <a:gd name="connsiteY7" fmla="*/ 0 h 707580"/>
              <a:gd name="connsiteX8" fmla="*/ 42269 w 885958"/>
              <a:gd name="connsiteY8" fmla="*/ 124 h 707580"/>
              <a:gd name="connsiteX9" fmla="*/ 884910 w 885958"/>
              <a:gd name="connsiteY9" fmla="*/ 668884 h 707580"/>
              <a:gd name="connsiteX10" fmla="*/ 872927 w 885958"/>
              <a:gd name="connsiteY10" fmla="*/ 707580 h 707580"/>
              <a:gd name="connsiteX11" fmla="*/ 868496 w 885958"/>
              <a:gd name="connsiteY11" fmla="*/ 706082 h 707580"/>
              <a:gd name="connsiteX12" fmla="*/ 701 w 885958"/>
              <a:gd name="connsiteY12" fmla="*/ 53737 h 707580"/>
              <a:gd name="connsiteX13" fmla="*/ 12810 w 885958"/>
              <a:gd name="connsiteY13" fmla="*/ 13294 h 707580"/>
              <a:gd name="connsiteX14" fmla="*/ 15431 w 885958"/>
              <a:gd name="connsiteY14" fmla="*/ 13918 h 707580"/>
              <a:gd name="connsiteX15" fmla="*/ 26790 w 885958"/>
              <a:gd name="connsiteY15" fmla="*/ 19410 h 707580"/>
              <a:gd name="connsiteX16" fmla="*/ 41020 w 885958"/>
              <a:gd name="connsiteY16" fmla="*/ 0 h 70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82" h="3760">
                <a:moveTo>
                  <a:pt x="2628" y="3560"/>
                </a:moveTo>
                <a:lnTo>
                  <a:pt x="2627" y="3564"/>
                </a:lnTo>
                <a:cubicBezTo>
                  <a:pt x="2621" y="3586"/>
                  <a:pt x="2614" y="3605"/>
                  <a:pt x="2606" y="3618"/>
                </a:cubicBezTo>
                <a:lnTo>
                  <a:pt x="2606" y="3618"/>
                </a:lnTo>
                <a:lnTo>
                  <a:pt x="2628" y="3560"/>
                </a:lnTo>
                <a:close/>
                <a:moveTo>
                  <a:pt x="3142" y="2415"/>
                </a:moveTo>
                <a:cubicBezTo>
                  <a:pt x="3346" y="2530"/>
                  <a:pt x="3533" y="2673"/>
                  <a:pt x="3695" y="2842"/>
                </a:cubicBezTo>
                <a:cubicBezTo>
                  <a:pt x="3710" y="2857"/>
                  <a:pt x="3693" y="2909"/>
                  <a:pt x="3678" y="2909"/>
                </a:cubicBezTo>
                <a:cubicBezTo>
                  <a:pt x="3677" y="2909"/>
                  <a:pt x="3675" y="2908"/>
                  <a:pt x="3673" y="2906"/>
                </a:cubicBezTo>
                <a:cubicBezTo>
                  <a:pt x="3499" y="2724"/>
                  <a:pt x="3297" y="2572"/>
                  <a:pt x="3074" y="2455"/>
                </a:cubicBezTo>
                <a:cubicBezTo>
                  <a:pt x="3350" y="2896"/>
                  <a:pt x="3865" y="3078"/>
                  <a:pt x="4305" y="3330"/>
                </a:cubicBezTo>
                <a:cubicBezTo>
                  <a:pt x="4070" y="2870"/>
                  <a:pt x="3645" y="2535"/>
                  <a:pt x="3142" y="2415"/>
                </a:cubicBezTo>
                <a:close/>
                <a:moveTo>
                  <a:pt x="3720" y="1819"/>
                </a:moveTo>
                <a:cubicBezTo>
                  <a:pt x="3601" y="1837"/>
                  <a:pt x="3477" y="1849"/>
                  <a:pt x="3361" y="1878"/>
                </a:cubicBezTo>
                <a:cubicBezTo>
                  <a:pt x="3142" y="1933"/>
                  <a:pt x="3085" y="2120"/>
                  <a:pt x="3068" y="2317"/>
                </a:cubicBezTo>
                <a:cubicBezTo>
                  <a:pt x="3332" y="2237"/>
                  <a:pt x="3564" y="2044"/>
                  <a:pt x="3720" y="1819"/>
                </a:cubicBezTo>
                <a:close/>
                <a:moveTo>
                  <a:pt x="2035" y="1351"/>
                </a:moveTo>
                <a:cubicBezTo>
                  <a:pt x="1972" y="1351"/>
                  <a:pt x="1908" y="1358"/>
                  <a:pt x="1845" y="1376"/>
                </a:cubicBezTo>
                <a:cubicBezTo>
                  <a:pt x="1789" y="1392"/>
                  <a:pt x="1739" y="1416"/>
                  <a:pt x="1689" y="1439"/>
                </a:cubicBezTo>
                <a:lnTo>
                  <a:pt x="1677" y="1444"/>
                </a:lnTo>
                <a:lnTo>
                  <a:pt x="1733" y="1454"/>
                </a:lnTo>
                <a:cubicBezTo>
                  <a:pt x="1941" y="1486"/>
                  <a:pt x="2151" y="1502"/>
                  <a:pt x="2361" y="1502"/>
                </a:cubicBezTo>
                <a:cubicBezTo>
                  <a:pt x="2418" y="1502"/>
                  <a:pt x="2474" y="1501"/>
                  <a:pt x="2531" y="1499"/>
                </a:cubicBezTo>
                <a:cubicBezTo>
                  <a:pt x="2552" y="1499"/>
                  <a:pt x="2541" y="1565"/>
                  <a:pt x="2516" y="1567"/>
                </a:cubicBezTo>
                <a:cubicBezTo>
                  <a:pt x="2459" y="1569"/>
                  <a:pt x="2403" y="1570"/>
                  <a:pt x="2346" y="1570"/>
                </a:cubicBezTo>
                <a:cubicBezTo>
                  <a:pt x="2193" y="1570"/>
                  <a:pt x="2040" y="1562"/>
                  <a:pt x="1888" y="1544"/>
                </a:cubicBezTo>
                <a:lnTo>
                  <a:pt x="1837" y="1538"/>
                </a:lnTo>
                <a:lnTo>
                  <a:pt x="1875" y="1552"/>
                </a:lnTo>
                <a:cubicBezTo>
                  <a:pt x="2050" y="1613"/>
                  <a:pt x="2229" y="1661"/>
                  <a:pt x="2410" y="1697"/>
                </a:cubicBezTo>
                <a:cubicBezTo>
                  <a:pt x="2483" y="1711"/>
                  <a:pt x="2555" y="1717"/>
                  <a:pt x="2627" y="1717"/>
                </a:cubicBezTo>
                <a:cubicBezTo>
                  <a:pt x="2857" y="1717"/>
                  <a:pt x="3080" y="1654"/>
                  <a:pt x="3306" y="1592"/>
                </a:cubicBezTo>
                <a:cubicBezTo>
                  <a:pt x="2982" y="1523"/>
                  <a:pt x="2656" y="1450"/>
                  <a:pt x="2331" y="1387"/>
                </a:cubicBezTo>
                <a:cubicBezTo>
                  <a:pt x="2234" y="1368"/>
                  <a:pt x="2135" y="1351"/>
                  <a:pt x="2035" y="1351"/>
                </a:cubicBezTo>
                <a:close/>
                <a:moveTo>
                  <a:pt x="592" y="1238"/>
                </a:moveTo>
                <a:lnTo>
                  <a:pt x="600" y="1267"/>
                </a:lnTo>
                <a:cubicBezTo>
                  <a:pt x="784" y="1870"/>
                  <a:pt x="1228" y="2363"/>
                  <a:pt x="1815" y="2609"/>
                </a:cubicBezTo>
                <a:cubicBezTo>
                  <a:pt x="1750" y="2272"/>
                  <a:pt x="1592" y="1961"/>
                  <a:pt x="1362" y="1709"/>
                </a:cubicBezTo>
                <a:cubicBezTo>
                  <a:pt x="1162" y="1492"/>
                  <a:pt x="910" y="1386"/>
                  <a:pt x="675" y="1242"/>
                </a:cubicBezTo>
                <a:lnTo>
                  <a:pt x="672" y="1240"/>
                </a:lnTo>
                <a:lnTo>
                  <a:pt x="689" y="1259"/>
                </a:lnTo>
                <a:cubicBezTo>
                  <a:pt x="897" y="1491"/>
                  <a:pt x="1107" y="1727"/>
                  <a:pt x="1270" y="1991"/>
                </a:cubicBezTo>
                <a:cubicBezTo>
                  <a:pt x="1279" y="2006"/>
                  <a:pt x="1258" y="2056"/>
                  <a:pt x="1250" y="2056"/>
                </a:cubicBezTo>
                <a:cubicBezTo>
                  <a:pt x="1249" y="2056"/>
                  <a:pt x="1249" y="2056"/>
                  <a:pt x="1248" y="2055"/>
                </a:cubicBezTo>
                <a:cubicBezTo>
                  <a:pt x="1073" y="1769"/>
                  <a:pt x="842" y="1516"/>
                  <a:pt x="616" y="1265"/>
                </a:cubicBezTo>
                <a:lnTo>
                  <a:pt x="592" y="1238"/>
                </a:lnTo>
                <a:close/>
                <a:moveTo>
                  <a:pt x="740" y="312"/>
                </a:moveTo>
                <a:cubicBezTo>
                  <a:pt x="1050" y="312"/>
                  <a:pt x="1346" y="441"/>
                  <a:pt x="1655" y="441"/>
                </a:cubicBezTo>
                <a:cubicBezTo>
                  <a:pt x="1706" y="441"/>
                  <a:pt x="1757" y="438"/>
                  <a:pt x="1810" y="429"/>
                </a:cubicBezTo>
                <a:cubicBezTo>
                  <a:pt x="1812" y="428"/>
                  <a:pt x="1815" y="428"/>
                  <a:pt x="1818" y="427"/>
                </a:cubicBezTo>
                <a:lnTo>
                  <a:pt x="1818" y="428"/>
                </a:lnTo>
                <a:cubicBezTo>
                  <a:pt x="1818" y="428"/>
                  <a:pt x="1818" y="428"/>
                  <a:pt x="1818" y="428"/>
                </a:cubicBezTo>
                <a:cubicBezTo>
                  <a:pt x="1819" y="428"/>
                  <a:pt x="1820" y="428"/>
                  <a:pt x="1820" y="428"/>
                </a:cubicBezTo>
                <a:cubicBezTo>
                  <a:pt x="1842" y="428"/>
                  <a:pt x="1830" y="489"/>
                  <a:pt x="1812" y="496"/>
                </a:cubicBezTo>
                <a:cubicBezTo>
                  <a:pt x="1345" y="643"/>
                  <a:pt x="865" y="932"/>
                  <a:pt x="373" y="967"/>
                </a:cubicBezTo>
                <a:lnTo>
                  <a:pt x="356" y="968"/>
                </a:lnTo>
                <a:lnTo>
                  <a:pt x="377" y="974"/>
                </a:lnTo>
                <a:cubicBezTo>
                  <a:pt x="732" y="1072"/>
                  <a:pt x="1081" y="1207"/>
                  <a:pt x="1408" y="1380"/>
                </a:cubicBezTo>
                <a:lnTo>
                  <a:pt x="1445" y="1400"/>
                </a:lnTo>
                <a:lnTo>
                  <a:pt x="1446" y="1400"/>
                </a:lnTo>
                <a:cubicBezTo>
                  <a:pt x="1447" y="1399"/>
                  <a:pt x="1448" y="1399"/>
                  <a:pt x="1449" y="1399"/>
                </a:cubicBezTo>
                <a:cubicBezTo>
                  <a:pt x="1450" y="1399"/>
                  <a:pt x="1451" y="1399"/>
                  <a:pt x="1451" y="1399"/>
                </a:cubicBezTo>
                <a:lnTo>
                  <a:pt x="1474" y="1404"/>
                </a:lnTo>
                <a:lnTo>
                  <a:pt x="1475" y="1402"/>
                </a:lnTo>
                <a:cubicBezTo>
                  <a:pt x="1479" y="1397"/>
                  <a:pt x="1483" y="1394"/>
                  <a:pt x="1487" y="1394"/>
                </a:cubicBezTo>
                <a:cubicBezTo>
                  <a:pt x="1488" y="1394"/>
                  <a:pt x="1489" y="1394"/>
                  <a:pt x="1490" y="1395"/>
                </a:cubicBezTo>
                <a:cubicBezTo>
                  <a:pt x="1502" y="1400"/>
                  <a:pt x="1513" y="1405"/>
                  <a:pt x="1524" y="1411"/>
                </a:cubicBezTo>
                <a:lnTo>
                  <a:pt x="1543" y="1419"/>
                </a:lnTo>
                <a:lnTo>
                  <a:pt x="1563" y="1423"/>
                </a:lnTo>
                <a:lnTo>
                  <a:pt x="1565" y="1424"/>
                </a:lnTo>
                <a:lnTo>
                  <a:pt x="1579" y="1419"/>
                </a:lnTo>
                <a:cubicBezTo>
                  <a:pt x="1681" y="1384"/>
                  <a:pt x="1774" y="1324"/>
                  <a:pt x="1883" y="1298"/>
                </a:cubicBezTo>
                <a:cubicBezTo>
                  <a:pt x="1935" y="1286"/>
                  <a:pt x="1988" y="1281"/>
                  <a:pt x="2042" y="1281"/>
                </a:cubicBezTo>
                <a:cubicBezTo>
                  <a:pt x="2123" y="1281"/>
                  <a:pt x="2204" y="1292"/>
                  <a:pt x="2282" y="1305"/>
                </a:cubicBezTo>
                <a:cubicBezTo>
                  <a:pt x="2676" y="1373"/>
                  <a:pt x="3067" y="1470"/>
                  <a:pt x="3458" y="1553"/>
                </a:cubicBezTo>
                <a:cubicBezTo>
                  <a:pt x="3481" y="1558"/>
                  <a:pt x="3466" y="1617"/>
                  <a:pt x="3447" y="1621"/>
                </a:cubicBezTo>
                <a:cubicBezTo>
                  <a:pt x="3182" y="1689"/>
                  <a:pt x="2909" y="1792"/>
                  <a:pt x="2634" y="1792"/>
                </a:cubicBezTo>
                <a:cubicBezTo>
                  <a:pt x="2582" y="1792"/>
                  <a:pt x="2530" y="1788"/>
                  <a:pt x="2478" y="1780"/>
                </a:cubicBezTo>
                <a:cubicBezTo>
                  <a:pt x="2237" y="1743"/>
                  <a:pt x="2001" y="1676"/>
                  <a:pt x="1772" y="1589"/>
                </a:cubicBezTo>
                <a:lnTo>
                  <a:pt x="1743" y="1578"/>
                </a:lnTo>
                <a:lnTo>
                  <a:pt x="1747" y="1580"/>
                </a:lnTo>
                <a:cubicBezTo>
                  <a:pt x="1891" y="1678"/>
                  <a:pt x="1999" y="1807"/>
                  <a:pt x="2122" y="1926"/>
                </a:cubicBezTo>
                <a:lnTo>
                  <a:pt x="2141" y="1944"/>
                </a:lnTo>
                <a:lnTo>
                  <a:pt x="2141" y="1944"/>
                </a:lnTo>
                <a:cubicBezTo>
                  <a:pt x="2141" y="1944"/>
                  <a:pt x="2141" y="1944"/>
                  <a:pt x="2142" y="1944"/>
                </a:cubicBezTo>
                <a:lnTo>
                  <a:pt x="2142" y="1946"/>
                </a:lnTo>
                <a:lnTo>
                  <a:pt x="2154" y="1957"/>
                </a:lnTo>
                <a:lnTo>
                  <a:pt x="2174" y="1975"/>
                </a:lnTo>
                <a:lnTo>
                  <a:pt x="2175" y="1975"/>
                </a:lnTo>
                <a:cubicBezTo>
                  <a:pt x="2176" y="1975"/>
                  <a:pt x="2177" y="1976"/>
                  <a:pt x="2178" y="1977"/>
                </a:cubicBezTo>
                <a:lnTo>
                  <a:pt x="2178" y="1979"/>
                </a:lnTo>
                <a:lnTo>
                  <a:pt x="2187" y="1987"/>
                </a:lnTo>
                <a:cubicBezTo>
                  <a:pt x="2209" y="2007"/>
                  <a:pt x="2232" y="2026"/>
                  <a:pt x="2256" y="2044"/>
                </a:cubicBezTo>
                <a:cubicBezTo>
                  <a:pt x="2473" y="2210"/>
                  <a:pt x="2734" y="2289"/>
                  <a:pt x="3004" y="2293"/>
                </a:cubicBezTo>
                <a:lnTo>
                  <a:pt x="3024" y="2293"/>
                </a:lnTo>
                <a:lnTo>
                  <a:pt x="3026" y="2271"/>
                </a:lnTo>
                <a:cubicBezTo>
                  <a:pt x="3040" y="2134"/>
                  <a:pt x="3071" y="1997"/>
                  <a:pt x="3179" y="1901"/>
                </a:cubicBezTo>
                <a:cubicBezTo>
                  <a:pt x="3330" y="1766"/>
                  <a:pt x="3590" y="1773"/>
                  <a:pt x="3779" y="1743"/>
                </a:cubicBezTo>
                <a:cubicBezTo>
                  <a:pt x="3780" y="1743"/>
                  <a:pt x="3782" y="1743"/>
                  <a:pt x="3783" y="1743"/>
                </a:cubicBezTo>
                <a:cubicBezTo>
                  <a:pt x="3807" y="1743"/>
                  <a:pt x="3801" y="1786"/>
                  <a:pt x="3793" y="1799"/>
                </a:cubicBezTo>
                <a:cubicBezTo>
                  <a:pt x="3647" y="2034"/>
                  <a:pt x="3426" y="2243"/>
                  <a:pt x="3166" y="2350"/>
                </a:cubicBezTo>
                <a:lnTo>
                  <a:pt x="3165" y="2350"/>
                </a:lnTo>
                <a:lnTo>
                  <a:pt x="3190" y="2356"/>
                </a:lnTo>
                <a:cubicBezTo>
                  <a:pt x="3721" y="2494"/>
                  <a:pt x="4162" y="2869"/>
                  <a:pt x="4380" y="3379"/>
                </a:cubicBezTo>
                <a:cubicBezTo>
                  <a:pt x="4385" y="3390"/>
                  <a:pt x="4379" y="3440"/>
                  <a:pt x="4361" y="3440"/>
                </a:cubicBezTo>
                <a:cubicBezTo>
                  <a:pt x="4359" y="3440"/>
                  <a:pt x="4357" y="3439"/>
                  <a:pt x="4355" y="3438"/>
                </a:cubicBezTo>
                <a:cubicBezTo>
                  <a:pt x="3865" y="3141"/>
                  <a:pt x="3261" y="2957"/>
                  <a:pt x="2988" y="2411"/>
                </a:cubicBezTo>
                <a:cubicBezTo>
                  <a:pt x="2986" y="2405"/>
                  <a:pt x="2987" y="2385"/>
                  <a:pt x="2991" y="2370"/>
                </a:cubicBezTo>
                <a:lnTo>
                  <a:pt x="2991" y="2369"/>
                </a:lnTo>
                <a:lnTo>
                  <a:pt x="2991" y="2368"/>
                </a:lnTo>
                <a:lnTo>
                  <a:pt x="2992" y="2363"/>
                </a:lnTo>
                <a:lnTo>
                  <a:pt x="2985" y="2362"/>
                </a:lnTo>
                <a:cubicBezTo>
                  <a:pt x="2679" y="2354"/>
                  <a:pt x="2441" y="2250"/>
                  <a:pt x="2223" y="2081"/>
                </a:cubicBezTo>
                <a:lnTo>
                  <a:pt x="2220" y="2079"/>
                </a:lnTo>
                <a:lnTo>
                  <a:pt x="2251" y="2114"/>
                </a:lnTo>
                <a:cubicBezTo>
                  <a:pt x="2587" y="2511"/>
                  <a:pt x="2780" y="3016"/>
                  <a:pt x="2644" y="3517"/>
                </a:cubicBezTo>
                <a:lnTo>
                  <a:pt x="2628" y="3560"/>
                </a:lnTo>
                <a:lnTo>
                  <a:pt x="2642" y="3487"/>
                </a:lnTo>
                <a:cubicBezTo>
                  <a:pt x="2664" y="3347"/>
                  <a:pt x="2666" y="3156"/>
                  <a:pt x="2663" y="3118"/>
                </a:cubicBezTo>
                <a:cubicBezTo>
                  <a:pt x="2651" y="2975"/>
                  <a:pt x="2617" y="2834"/>
                  <a:pt x="2564" y="2702"/>
                </a:cubicBezTo>
                <a:cubicBezTo>
                  <a:pt x="2498" y="2538"/>
                  <a:pt x="2404" y="2389"/>
                  <a:pt x="2295" y="2253"/>
                </a:cubicBezTo>
                <a:lnTo>
                  <a:pt x="2270" y="2223"/>
                </a:lnTo>
                <a:lnTo>
                  <a:pt x="2277" y="2243"/>
                </a:lnTo>
                <a:cubicBezTo>
                  <a:pt x="2338" y="2441"/>
                  <a:pt x="2358" y="2651"/>
                  <a:pt x="2375" y="2859"/>
                </a:cubicBezTo>
                <a:cubicBezTo>
                  <a:pt x="2376" y="2870"/>
                  <a:pt x="2361" y="2913"/>
                  <a:pt x="2354" y="2913"/>
                </a:cubicBezTo>
                <a:cubicBezTo>
                  <a:pt x="2352" y="2913"/>
                  <a:pt x="2351" y="2910"/>
                  <a:pt x="2350" y="2904"/>
                </a:cubicBezTo>
                <a:cubicBezTo>
                  <a:pt x="2328" y="2642"/>
                  <a:pt x="2302" y="2377"/>
                  <a:pt x="2191" y="2139"/>
                </a:cubicBezTo>
                <a:lnTo>
                  <a:pt x="2185" y="2125"/>
                </a:lnTo>
                <a:lnTo>
                  <a:pt x="2181" y="2121"/>
                </a:lnTo>
                <a:cubicBezTo>
                  <a:pt x="2167" y="2293"/>
                  <a:pt x="2104" y="2458"/>
                  <a:pt x="2104" y="2634"/>
                </a:cubicBezTo>
                <a:cubicBezTo>
                  <a:pt x="2104" y="2954"/>
                  <a:pt x="2297" y="3220"/>
                  <a:pt x="2451" y="3492"/>
                </a:cubicBezTo>
                <a:cubicBezTo>
                  <a:pt x="2474" y="3536"/>
                  <a:pt x="2507" y="3641"/>
                  <a:pt x="2571" y="3641"/>
                </a:cubicBezTo>
                <a:cubicBezTo>
                  <a:pt x="2574" y="3641"/>
                  <a:pt x="2576" y="3641"/>
                  <a:pt x="2579" y="3641"/>
                </a:cubicBezTo>
                <a:lnTo>
                  <a:pt x="2606" y="3618"/>
                </a:lnTo>
                <a:lnTo>
                  <a:pt x="2558" y="3744"/>
                </a:lnTo>
                <a:cubicBezTo>
                  <a:pt x="2557" y="3746"/>
                  <a:pt x="2550" y="3760"/>
                  <a:pt x="2545" y="3760"/>
                </a:cubicBezTo>
                <a:cubicBezTo>
                  <a:pt x="2544" y="3760"/>
                  <a:pt x="2543" y="3759"/>
                  <a:pt x="2542" y="3758"/>
                </a:cubicBezTo>
                <a:cubicBezTo>
                  <a:pt x="2385" y="3477"/>
                  <a:pt x="2174" y="3187"/>
                  <a:pt x="2090" y="2874"/>
                </a:cubicBezTo>
                <a:cubicBezTo>
                  <a:pt x="2014" y="2598"/>
                  <a:pt x="2162" y="2364"/>
                  <a:pt x="2158" y="2096"/>
                </a:cubicBezTo>
                <a:cubicBezTo>
                  <a:pt x="2144" y="2082"/>
                  <a:pt x="2131" y="2068"/>
                  <a:pt x="2117" y="2054"/>
                </a:cubicBezTo>
                <a:cubicBezTo>
                  <a:pt x="2110" y="2047"/>
                  <a:pt x="2114" y="2027"/>
                  <a:pt x="2119" y="2011"/>
                </a:cubicBezTo>
                <a:lnTo>
                  <a:pt x="2121" y="2009"/>
                </a:lnTo>
                <a:lnTo>
                  <a:pt x="2120" y="2007"/>
                </a:lnTo>
                <a:cubicBezTo>
                  <a:pt x="2119" y="2004"/>
                  <a:pt x="2119" y="2002"/>
                  <a:pt x="2119" y="1999"/>
                </a:cubicBezTo>
                <a:lnTo>
                  <a:pt x="2119" y="1995"/>
                </a:lnTo>
                <a:lnTo>
                  <a:pt x="2106" y="1983"/>
                </a:lnTo>
                <a:cubicBezTo>
                  <a:pt x="2058" y="1940"/>
                  <a:pt x="2010" y="1893"/>
                  <a:pt x="1962" y="1844"/>
                </a:cubicBezTo>
                <a:cubicBezTo>
                  <a:pt x="1838" y="1716"/>
                  <a:pt x="1686" y="1603"/>
                  <a:pt x="1520" y="1504"/>
                </a:cubicBezTo>
                <a:lnTo>
                  <a:pt x="1518" y="1503"/>
                </a:lnTo>
                <a:lnTo>
                  <a:pt x="1501" y="1507"/>
                </a:lnTo>
                <a:cubicBezTo>
                  <a:pt x="1486" y="1510"/>
                  <a:pt x="1470" y="1512"/>
                  <a:pt x="1454" y="1513"/>
                </a:cubicBezTo>
                <a:cubicBezTo>
                  <a:pt x="1453" y="1514"/>
                  <a:pt x="1453" y="1514"/>
                  <a:pt x="1452" y="1514"/>
                </a:cubicBezTo>
                <a:cubicBezTo>
                  <a:pt x="1438" y="1514"/>
                  <a:pt x="1436" y="1493"/>
                  <a:pt x="1440" y="1474"/>
                </a:cubicBezTo>
                <a:lnTo>
                  <a:pt x="1442" y="1468"/>
                </a:lnTo>
                <a:lnTo>
                  <a:pt x="1436" y="1467"/>
                </a:lnTo>
                <a:cubicBezTo>
                  <a:pt x="1431" y="1466"/>
                  <a:pt x="1427" y="1461"/>
                  <a:pt x="1426" y="1454"/>
                </a:cubicBezTo>
                <a:lnTo>
                  <a:pt x="1425" y="1451"/>
                </a:lnTo>
                <a:lnTo>
                  <a:pt x="1381" y="1427"/>
                </a:lnTo>
                <a:cubicBezTo>
                  <a:pt x="1134" y="1296"/>
                  <a:pt x="866" y="1194"/>
                  <a:pt x="618" y="1116"/>
                </a:cubicBezTo>
                <a:lnTo>
                  <a:pt x="595" y="1109"/>
                </a:lnTo>
                <a:lnTo>
                  <a:pt x="617" y="1123"/>
                </a:lnTo>
                <a:cubicBezTo>
                  <a:pt x="770" y="1216"/>
                  <a:pt x="938" y="1283"/>
                  <a:pt x="1085" y="1386"/>
                </a:cubicBezTo>
                <a:cubicBezTo>
                  <a:pt x="1213" y="1474"/>
                  <a:pt x="1328" y="1579"/>
                  <a:pt x="1429" y="1698"/>
                </a:cubicBezTo>
                <a:cubicBezTo>
                  <a:pt x="1652" y="1962"/>
                  <a:pt x="1799" y="2284"/>
                  <a:pt x="1851" y="2627"/>
                </a:cubicBezTo>
                <a:cubicBezTo>
                  <a:pt x="1852" y="2635"/>
                  <a:pt x="1846" y="2690"/>
                  <a:pt x="1833" y="2690"/>
                </a:cubicBezTo>
                <a:cubicBezTo>
                  <a:pt x="1833" y="2690"/>
                  <a:pt x="1832" y="2690"/>
                  <a:pt x="1832" y="2690"/>
                </a:cubicBezTo>
                <a:cubicBezTo>
                  <a:pt x="1177" y="2428"/>
                  <a:pt x="696" y="1863"/>
                  <a:pt x="539" y="1179"/>
                </a:cubicBezTo>
                <a:lnTo>
                  <a:pt x="539" y="1178"/>
                </a:lnTo>
                <a:lnTo>
                  <a:pt x="513" y="1149"/>
                </a:lnTo>
                <a:cubicBezTo>
                  <a:pt x="496" y="1130"/>
                  <a:pt x="479" y="1111"/>
                  <a:pt x="462" y="1091"/>
                </a:cubicBezTo>
                <a:lnTo>
                  <a:pt x="462" y="1091"/>
                </a:lnTo>
                <a:lnTo>
                  <a:pt x="456" y="1086"/>
                </a:lnTo>
                <a:lnTo>
                  <a:pt x="454" y="1086"/>
                </a:lnTo>
                <a:cubicBezTo>
                  <a:pt x="452" y="1083"/>
                  <a:pt x="451" y="1078"/>
                  <a:pt x="451" y="1072"/>
                </a:cubicBezTo>
                <a:lnTo>
                  <a:pt x="452" y="1067"/>
                </a:lnTo>
                <a:lnTo>
                  <a:pt x="0" y="939"/>
                </a:lnTo>
                <a:lnTo>
                  <a:pt x="0" y="938"/>
                </a:lnTo>
                <a:lnTo>
                  <a:pt x="0" y="870"/>
                </a:lnTo>
                <a:lnTo>
                  <a:pt x="0" y="868"/>
                </a:lnTo>
                <a:lnTo>
                  <a:pt x="0" y="867"/>
                </a:lnTo>
                <a:lnTo>
                  <a:pt x="0" y="804"/>
                </a:lnTo>
                <a:lnTo>
                  <a:pt x="2" y="804"/>
                </a:lnTo>
                <a:cubicBezTo>
                  <a:pt x="154" y="804"/>
                  <a:pt x="313" y="762"/>
                  <a:pt x="453" y="734"/>
                </a:cubicBezTo>
                <a:cubicBezTo>
                  <a:pt x="641" y="696"/>
                  <a:pt x="825" y="649"/>
                  <a:pt x="1008" y="594"/>
                </a:cubicBezTo>
                <a:cubicBezTo>
                  <a:pt x="1008" y="594"/>
                  <a:pt x="1009" y="594"/>
                  <a:pt x="1009" y="594"/>
                </a:cubicBezTo>
                <a:cubicBezTo>
                  <a:pt x="1022" y="594"/>
                  <a:pt x="1015" y="656"/>
                  <a:pt x="998" y="661"/>
                </a:cubicBezTo>
                <a:cubicBezTo>
                  <a:pt x="795" y="722"/>
                  <a:pt x="588" y="774"/>
                  <a:pt x="379" y="813"/>
                </a:cubicBezTo>
                <a:cubicBezTo>
                  <a:pt x="283" y="832"/>
                  <a:pt x="182" y="855"/>
                  <a:pt x="81" y="865"/>
                </a:cubicBezTo>
                <a:lnTo>
                  <a:pt x="11" y="869"/>
                </a:lnTo>
                <a:lnTo>
                  <a:pt x="71" y="883"/>
                </a:lnTo>
                <a:cubicBezTo>
                  <a:pt x="144" y="897"/>
                  <a:pt x="216" y="903"/>
                  <a:pt x="289" y="903"/>
                </a:cubicBezTo>
                <a:cubicBezTo>
                  <a:pt x="733" y="903"/>
                  <a:pt x="1168" y="674"/>
                  <a:pt x="1592" y="508"/>
                </a:cubicBezTo>
                <a:cubicBezTo>
                  <a:pt x="1351" y="497"/>
                  <a:pt x="1120" y="417"/>
                  <a:pt x="876" y="388"/>
                </a:cubicBezTo>
                <a:cubicBezTo>
                  <a:pt x="831" y="383"/>
                  <a:pt x="787" y="381"/>
                  <a:pt x="743" y="381"/>
                </a:cubicBezTo>
                <a:cubicBezTo>
                  <a:pt x="480" y="381"/>
                  <a:pt x="234" y="472"/>
                  <a:pt x="35" y="634"/>
                </a:cubicBezTo>
                <a:lnTo>
                  <a:pt x="0" y="666"/>
                </a:lnTo>
                <a:lnTo>
                  <a:pt x="0" y="601"/>
                </a:lnTo>
                <a:lnTo>
                  <a:pt x="183" y="466"/>
                </a:lnTo>
                <a:cubicBezTo>
                  <a:pt x="322" y="384"/>
                  <a:pt x="479" y="331"/>
                  <a:pt x="646" y="316"/>
                </a:cubicBezTo>
                <a:cubicBezTo>
                  <a:pt x="677" y="313"/>
                  <a:pt x="709" y="312"/>
                  <a:pt x="740" y="312"/>
                </a:cubicBezTo>
                <a:close/>
                <a:moveTo>
                  <a:pt x="0" y="1971"/>
                </a:moveTo>
                <a:lnTo>
                  <a:pt x="49" y="2262"/>
                </a:lnTo>
                <a:cubicBezTo>
                  <a:pt x="55" y="2369"/>
                  <a:pt x="49" y="2479"/>
                  <a:pt x="31" y="2592"/>
                </a:cubicBezTo>
                <a:cubicBezTo>
                  <a:pt x="31" y="2597"/>
                  <a:pt x="24" y="2632"/>
                  <a:pt x="13" y="2632"/>
                </a:cubicBezTo>
                <a:cubicBezTo>
                  <a:pt x="12" y="2632"/>
                  <a:pt x="11" y="2631"/>
                  <a:pt x="9" y="2630"/>
                </a:cubicBezTo>
                <a:lnTo>
                  <a:pt x="0" y="2622"/>
                </a:lnTo>
                <a:lnTo>
                  <a:pt x="0" y="2528"/>
                </a:lnTo>
                <a:lnTo>
                  <a:pt x="18" y="2536"/>
                </a:lnTo>
                <a:cubicBezTo>
                  <a:pt x="29" y="2448"/>
                  <a:pt x="31" y="2359"/>
                  <a:pt x="23" y="2270"/>
                </a:cubicBezTo>
                <a:lnTo>
                  <a:pt x="0" y="2147"/>
                </a:lnTo>
                <a:lnTo>
                  <a:pt x="0" y="1971"/>
                </a:lnTo>
                <a:close/>
                <a:moveTo>
                  <a:pt x="0" y="0"/>
                </a:moveTo>
                <a:lnTo>
                  <a:pt x="127" y="23"/>
                </a:lnTo>
                <a:cubicBezTo>
                  <a:pt x="224" y="44"/>
                  <a:pt x="320" y="73"/>
                  <a:pt x="417" y="104"/>
                </a:cubicBezTo>
                <a:cubicBezTo>
                  <a:pt x="432" y="110"/>
                  <a:pt x="417" y="168"/>
                  <a:pt x="404" y="172"/>
                </a:cubicBezTo>
                <a:cubicBezTo>
                  <a:pt x="331" y="199"/>
                  <a:pt x="261" y="230"/>
                  <a:pt x="192" y="263"/>
                </a:cubicBezTo>
                <a:lnTo>
                  <a:pt x="0" y="361"/>
                </a:lnTo>
                <a:lnTo>
                  <a:pt x="0" y="295"/>
                </a:lnTo>
                <a:lnTo>
                  <a:pt x="312" y="146"/>
                </a:lnTo>
                <a:cubicBezTo>
                  <a:pt x="230" y="121"/>
                  <a:pt x="149" y="98"/>
                  <a:pt x="68" y="83"/>
                </a:cubicBez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defTabSz="1219200">
              <a:buClr>
                <a:srgbClr val="000000"/>
              </a:buClr>
            </a:pPr>
            <a:endParaRPr sz="1865" kern="0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90" name="任意多边形: 形状 189"/>
          <p:cNvSpPr/>
          <p:nvPr>
            <p:custDataLst>
              <p:tags r:id="rId25"/>
            </p:custDataLst>
          </p:nvPr>
        </p:nvSpPr>
        <p:spPr>
          <a:xfrm>
            <a:off x="5683250" y="5012055"/>
            <a:ext cx="4091941" cy="1845945"/>
          </a:xfrm>
          <a:custGeom>
            <a:avLst/>
            <a:gdLst>
              <a:gd name="connsiteX0" fmla="*/ 405611 w 1225897"/>
              <a:gd name="connsiteY0" fmla="*/ 64598 h 386775"/>
              <a:gd name="connsiteX1" fmla="*/ 263183 w 1225897"/>
              <a:gd name="connsiteY1" fmla="*/ 93995 h 386775"/>
              <a:gd name="connsiteX2" fmla="*/ 77067 w 1225897"/>
              <a:gd name="connsiteY2" fmla="*/ 174071 h 386775"/>
              <a:gd name="connsiteX3" fmla="*/ 538489 w 1225897"/>
              <a:gd name="connsiteY3" fmla="*/ 323550 h 386775"/>
              <a:gd name="connsiteX4" fmla="*/ 1083357 w 1225897"/>
              <a:gd name="connsiteY4" fmla="*/ 227496 h 386775"/>
              <a:gd name="connsiteX5" fmla="*/ 571193 w 1225897"/>
              <a:gd name="connsiteY5" fmla="*/ 82760 h 386775"/>
              <a:gd name="connsiteX6" fmla="*/ 405611 w 1225897"/>
              <a:gd name="connsiteY6" fmla="*/ 64598 h 386775"/>
              <a:gd name="connsiteX7" fmla="*/ 393565 w 1225897"/>
              <a:gd name="connsiteY7" fmla="*/ 0 h 386775"/>
              <a:gd name="connsiteX8" fmla="*/ 574626 w 1225897"/>
              <a:gd name="connsiteY8" fmla="*/ 20472 h 386775"/>
              <a:gd name="connsiteX9" fmla="*/ 1167365 w 1225897"/>
              <a:gd name="connsiteY9" fmla="*/ 199348 h 386775"/>
              <a:gd name="connsiteX10" fmla="*/ 1193205 w 1225897"/>
              <a:gd name="connsiteY10" fmla="*/ 190048 h 386775"/>
              <a:gd name="connsiteX11" fmla="*/ 1200070 w 1225897"/>
              <a:gd name="connsiteY11" fmla="*/ 188863 h 386775"/>
              <a:gd name="connsiteX12" fmla="*/ 1221353 w 1225897"/>
              <a:gd name="connsiteY12" fmla="*/ 243162 h 386775"/>
              <a:gd name="connsiteX13" fmla="*/ 1201755 w 1225897"/>
              <a:gd name="connsiteY13" fmla="*/ 277989 h 386775"/>
              <a:gd name="connsiteX14" fmla="*/ 1192393 w 1225897"/>
              <a:gd name="connsiteY14" fmla="*/ 275679 h 386775"/>
              <a:gd name="connsiteX15" fmla="*/ 1169862 w 1225897"/>
              <a:gd name="connsiteY15" fmla="*/ 265194 h 386775"/>
              <a:gd name="connsiteX16" fmla="*/ 542545 w 1225897"/>
              <a:gd name="connsiteY16" fmla="*/ 386775 h 386775"/>
              <a:gd name="connsiteX17" fmla="*/ 9660 w 1225897"/>
              <a:gd name="connsiteY17" fmla="*/ 179688 h 386775"/>
              <a:gd name="connsiteX18" fmla="*/ 18336 w 1225897"/>
              <a:gd name="connsiteY18" fmla="*/ 123454 h 386775"/>
              <a:gd name="connsiteX19" fmla="*/ 309869 w 1225897"/>
              <a:gd name="connsiteY19" fmla="*/ 9237 h 386775"/>
              <a:gd name="connsiteX20" fmla="*/ 393565 w 1225897"/>
              <a:gd name="connsiteY20" fmla="*/ 0 h 38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444" h="2907">
                <a:moveTo>
                  <a:pt x="4743" y="2234"/>
                </a:moveTo>
                <a:cubicBezTo>
                  <a:pt x="4563" y="2365"/>
                  <a:pt x="4528" y="2581"/>
                  <a:pt x="4520" y="2795"/>
                </a:cubicBezTo>
                <a:cubicBezTo>
                  <a:pt x="4649" y="2666"/>
                  <a:pt x="4855" y="2409"/>
                  <a:pt x="4743" y="2234"/>
                </a:cubicBezTo>
                <a:close/>
                <a:moveTo>
                  <a:pt x="3868" y="2012"/>
                </a:moveTo>
                <a:cubicBezTo>
                  <a:pt x="3804" y="2039"/>
                  <a:pt x="3742" y="2072"/>
                  <a:pt x="3683" y="2110"/>
                </a:cubicBezTo>
                <a:cubicBezTo>
                  <a:pt x="3654" y="2129"/>
                  <a:pt x="3498" y="2234"/>
                  <a:pt x="3459" y="2296"/>
                </a:cubicBezTo>
                <a:cubicBezTo>
                  <a:pt x="3616" y="2247"/>
                  <a:pt x="3798" y="2163"/>
                  <a:pt x="3868" y="2012"/>
                </a:cubicBezTo>
                <a:close/>
                <a:moveTo>
                  <a:pt x="3231" y="1757"/>
                </a:moveTo>
                <a:cubicBezTo>
                  <a:pt x="3152" y="1808"/>
                  <a:pt x="3074" y="1861"/>
                  <a:pt x="3003" y="1922"/>
                </a:cubicBezTo>
                <a:cubicBezTo>
                  <a:pt x="2916" y="1997"/>
                  <a:pt x="2848" y="2094"/>
                  <a:pt x="2749" y="2154"/>
                </a:cubicBezTo>
                <a:cubicBezTo>
                  <a:pt x="2568" y="2266"/>
                  <a:pt x="2238" y="2380"/>
                  <a:pt x="2131" y="2595"/>
                </a:cubicBezTo>
                <a:cubicBezTo>
                  <a:pt x="2221" y="2563"/>
                  <a:pt x="2301" y="2490"/>
                  <a:pt x="2388" y="2454"/>
                </a:cubicBezTo>
                <a:cubicBezTo>
                  <a:pt x="2508" y="2405"/>
                  <a:pt x="2638" y="2382"/>
                  <a:pt x="2760" y="2337"/>
                </a:cubicBezTo>
                <a:cubicBezTo>
                  <a:pt x="3029" y="2235"/>
                  <a:pt x="3148" y="2008"/>
                  <a:pt x="3231" y="1757"/>
                </a:cubicBezTo>
                <a:close/>
                <a:moveTo>
                  <a:pt x="4267" y="1615"/>
                </a:moveTo>
                <a:cubicBezTo>
                  <a:pt x="4313" y="1813"/>
                  <a:pt x="4503" y="1992"/>
                  <a:pt x="4682" y="2093"/>
                </a:cubicBezTo>
                <a:cubicBezTo>
                  <a:pt x="4591" y="1901"/>
                  <a:pt x="4430" y="1753"/>
                  <a:pt x="4267" y="1615"/>
                </a:cubicBezTo>
                <a:close/>
                <a:moveTo>
                  <a:pt x="2040" y="1581"/>
                </a:moveTo>
                <a:lnTo>
                  <a:pt x="2039" y="1583"/>
                </a:lnTo>
                <a:cubicBezTo>
                  <a:pt x="2037" y="1586"/>
                  <a:pt x="2035" y="1588"/>
                  <a:pt x="2032" y="1588"/>
                </a:cubicBezTo>
                <a:cubicBezTo>
                  <a:pt x="2021" y="1589"/>
                  <a:pt x="2010" y="1589"/>
                  <a:pt x="1999" y="1589"/>
                </a:cubicBezTo>
                <a:lnTo>
                  <a:pt x="1989" y="1589"/>
                </a:lnTo>
                <a:lnTo>
                  <a:pt x="1974" y="1594"/>
                </a:lnTo>
                <a:cubicBezTo>
                  <a:pt x="1662" y="1710"/>
                  <a:pt x="1308" y="2005"/>
                  <a:pt x="1270" y="2336"/>
                </a:cubicBezTo>
                <a:cubicBezTo>
                  <a:pt x="1345" y="2226"/>
                  <a:pt x="1458" y="2157"/>
                  <a:pt x="1585" y="2101"/>
                </a:cubicBezTo>
                <a:cubicBezTo>
                  <a:pt x="1751" y="2027"/>
                  <a:pt x="2199" y="1856"/>
                  <a:pt x="2043" y="1587"/>
                </a:cubicBezTo>
                <a:lnTo>
                  <a:pt x="2040" y="1581"/>
                </a:lnTo>
                <a:close/>
                <a:moveTo>
                  <a:pt x="639" y="1282"/>
                </a:moveTo>
                <a:cubicBezTo>
                  <a:pt x="562" y="1282"/>
                  <a:pt x="487" y="1293"/>
                  <a:pt x="415" y="1328"/>
                </a:cubicBezTo>
                <a:cubicBezTo>
                  <a:pt x="312" y="1376"/>
                  <a:pt x="226" y="1424"/>
                  <a:pt x="121" y="1454"/>
                </a:cubicBezTo>
                <a:cubicBezTo>
                  <a:pt x="312" y="1627"/>
                  <a:pt x="573" y="1689"/>
                  <a:pt x="848" y="1689"/>
                </a:cubicBezTo>
                <a:cubicBezTo>
                  <a:pt x="1141" y="1689"/>
                  <a:pt x="1451" y="1619"/>
                  <a:pt x="1706" y="1538"/>
                </a:cubicBezTo>
                <a:cubicBezTo>
                  <a:pt x="1447" y="1431"/>
                  <a:pt x="1176" y="1355"/>
                  <a:pt x="900" y="1310"/>
                </a:cubicBezTo>
                <a:cubicBezTo>
                  <a:pt x="813" y="1297"/>
                  <a:pt x="725" y="1282"/>
                  <a:pt x="639" y="1282"/>
                </a:cubicBezTo>
                <a:close/>
                <a:moveTo>
                  <a:pt x="4630" y="1115"/>
                </a:moveTo>
                <a:cubicBezTo>
                  <a:pt x="4790" y="1408"/>
                  <a:pt x="4942" y="1721"/>
                  <a:pt x="5147" y="1981"/>
                </a:cubicBezTo>
                <a:cubicBezTo>
                  <a:pt x="5275" y="2143"/>
                  <a:pt x="5444" y="2255"/>
                  <a:pt x="5649" y="2284"/>
                </a:cubicBezTo>
                <a:cubicBezTo>
                  <a:pt x="5687" y="2290"/>
                  <a:pt x="5728" y="2294"/>
                  <a:pt x="5769" y="2294"/>
                </a:cubicBezTo>
                <a:cubicBezTo>
                  <a:pt x="5880" y="2294"/>
                  <a:pt x="5995" y="2269"/>
                  <a:pt x="6077" y="2201"/>
                </a:cubicBezTo>
                <a:cubicBezTo>
                  <a:pt x="5562" y="1884"/>
                  <a:pt x="5231" y="1274"/>
                  <a:pt x="4630" y="1115"/>
                </a:cubicBezTo>
                <a:close/>
                <a:moveTo>
                  <a:pt x="4000" y="1099"/>
                </a:moveTo>
                <a:cubicBezTo>
                  <a:pt x="3918" y="1299"/>
                  <a:pt x="3896" y="1518"/>
                  <a:pt x="3932" y="1729"/>
                </a:cubicBezTo>
                <a:cubicBezTo>
                  <a:pt x="3996" y="1522"/>
                  <a:pt x="4060" y="1307"/>
                  <a:pt x="4000" y="1099"/>
                </a:cubicBezTo>
                <a:close/>
                <a:moveTo>
                  <a:pt x="5990" y="738"/>
                </a:moveTo>
                <a:cubicBezTo>
                  <a:pt x="5970" y="932"/>
                  <a:pt x="5930" y="1122"/>
                  <a:pt x="5907" y="1315"/>
                </a:cubicBezTo>
                <a:cubicBezTo>
                  <a:pt x="5883" y="1501"/>
                  <a:pt x="5856" y="2050"/>
                  <a:pt x="6128" y="2088"/>
                </a:cubicBezTo>
                <a:cubicBezTo>
                  <a:pt x="6180" y="2042"/>
                  <a:pt x="6251" y="2045"/>
                  <a:pt x="6314" y="2000"/>
                </a:cubicBezTo>
                <a:cubicBezTo>
                  <a:pt x="6412" y="1928"/>
                  <a:pt x="6399" y="1680"/>
                  <a:pt x="6388" y="1578"/>
                </a:cubicBezTo>
                <a:cubicBezTo>
                  <a:pt x="6377" y="1478"/>
                  <a:pt x="6352" y="1380"/>
                  <a:pt x="6313" y="1286"/>
                </a:cubicBezTo>
                <a:cubicBezTo>
                  <a:pt x="6231" y="1089"/>
                  <a:pt x="6068" y="935"/>
                  <a:pt x="5990" y="738"/>
                </a:cubicBezTo>
                <a:close/>
                <a:moveTo>
                  <a:pt x="3096" y="570"/>
                </a:moveTo>
                <a:cubicBezTo>
                  <a:pt x="3113" y="670"/>
                  <a:pt x="3136" y="770"/>
                  <a:pt x="3172" y="865"/>
                </a:cubicBezTo>
                <a:cubicBezTo>
                  <a:pt x="3225" y="1004"/>
                  <a:pt x="3319" y="1108"/>
                  <a:pt x="3395" y="1232"/>
                </a:cubicBezTo>
                <a:cubicBezTo>
                  <a:pt x="3537" y="1464"/>
                  <a:pt x="3659" y="1661"/>
                  <a:pt x="3872" y="1811"/>
                </a:cubicBezTo>
                <a:cubicBezTo>
                  <a:pt x="3815" y="1532"/>
                  <a:pt x="3710" y="1262"/>
                  <a:pt x="3552" y="1023"/>
                </a:cubicBezTo>
                <a:cubicBezTo>
                  <a:pt x="3431" y="842"/>
                  <a:pt x="3236" y="731"/>
                  <a:pt x="3096" y="570"/>
                </a:cubicBezTo>
                <a:close/>
                <a:moveTo>
                  <a:pt x="1185" y="230"/>
                </a:moveTo>
                <a:cubicBezTo>
                  <a:pt x="1249" y="409"/>
                  <a:pt x="1247" y="601"/>
                  <a:pt x="1297" y="790"/>
                </a:cubicBezTo>
                <a:cubicBezTo>
                  <a:pt x="1369" y="1059"/>
                  <a:pt x="1588" y="1405"/>
                  <a:pt x="1880" y="1475"/>
                </a:cubicBezTo>
                <a:lnTo>
                  <a:pt x="1890" y="1477"/>
                </a:lnTo>
                <a:lnTo>
                  <a:pt x="1890" y="1477"/>
                </a:lnTo>
                <a:cubicBezTo>
                  <a:pt x="1895" y="1477"/>
                  <a:pt x="1899" y="1478"/>
                  <a:pt x="1902" y="1480"/>
                </a:cubicBezTo>
                <a:lnTo>
                  <a:pt x="1902" y="1480"/>
                </a:lnTo>
                <a:lnTo>
                  <a:pt x="1910" y="1482"/>
                </a:lnTo>
                <a:lnTo>
                  <a:pt x="1919" y="1483"/>
                </a:lnTo>
                <a:lnTo>
                  <a:pt x="1942" y="1476"/>
                </a:lnTo>
                <a:lnTo>
                  <a:pt x="1956" y="1472"/>
                </a:lnTo>
                <a:lnTo>
                  <a:pt x="1955" y="1463"/>
                </a:lnTo>
                <a:cubicBezTo>
                  <a:pt x="1924" y="949"/>
                  <a:pt x="1625" y="489"/>
                  <a:pt x="1185" y="230"/>
                </a:cubicBezTo>
                <a:close/>
                <a:moveTo>
                  <a:pt x="1925" y="114"/>
                </a:moveTo>
                <a:cubicBezTo>
                  <a:pt x="1963" y="431"/>
                  <a:pt x="2055" y="696"/>
                  <a:pt x="2234" y="970"/>
                </a:cubicBezTo>
                <a:cubicBezTo>
                  <a:pt x="2383" y="1199"/>
                  <a:pt x="2559" y="1419"/>
                  <a:pt x="2821" y="1506"/>
                </a:cubicBezTo>
                <a:cubicBezTo>
                  <a:pt x="2812" y="1199"/>
                  <a:pt x="2737" y="886"/>
                  <a:pt x="2577" y="623"/>
                </a:cubicBezTo>
                <a:cubicBezTo>
                  <a:pt x="2427" y="375"/>
                  <a:pt x="2178" y="239"/>
                  <a:pt x="1925" y="114"/>
                </a:cubicBezTo>
                <a:close/>
                <a:moveTo>
                  <a:pt x="1889" y="0"/>
                </a:moveTo>
                <a:cubicBezTo>
                  <a:pt x="1890" y="0"/>
                  <a:pt x="1892" y="0"/>
                  <a:pt x="1894" y="1"/>
                </a:cubicBezTo>
                <a:cubicBezTo>
                  <a:pt x="2204" y="154"/>
                  <a:pt x="2484" y="318"/>
                  <a:pt x="2647" y="634"/>
                </a:cubicBezTo>
                <a:cubicBezTo>
                  <a:pt x="2787" y="909"/>
                  <a:pt x="2857" y="1213"/>
                  <a:pt x="2867" y="1520"/>
                </a:cubicBezTo>
                <a:cubicBezTo>
                  <a:pt x="2869" y="1520"/>
                  <a:pt x="2870" y="1521"/>
                  <a:pt x="2872" y="1521"/>
                </a:cubicBezTo>
                <a:lnTo>
                  <a:pt x="2873" y="1520"/>
                </a:lnTo>
                <a:cubicBezTo>
                  <a:pt x="2886" y="1523"/>
                  <a:pt x="2894" y="1548"/>
                  <a:pt x="2896" y="1572"/>
                </a:cubicBezTo>
                <a:lnTo>
                  <a:pt x="2896" y="1579"/>
                </a:lnTo>
                <a:lnTo>
                  <a:pt x="2912" y="1581"/>
                </a:lnTo>
                <a:cubicBezTo>
                  <a:pt x="3025" y="1596"/>
                  <a:pt x="3137" y="1595"/>
                  <a:pt x="3253" y="1604"/>
                </a:cubicBezTo>
                <a:lnTo>
                  <a:pt x="3280" y="1607"/>
                </a:lnTo>
                <a:lnTo>
                  <a:pt x="3282" y="1605"/>
                </a:lnTo>
                <a:cubicBezTo>
                  <a:pt x="3283" y="1605"/>
                  <a:pt x="3284" y="1605"/>
                  <a:pt x="3285" y="1605"/>
                </a:cubicBezTo>
                <a:cubicBezTo>
                  <a:pt x="3287" y="1605"/>
                  <a:pt x="3289" y="1605"/>
                  <a:pt x="3291" y="1606"/>
                </a:cubicBezTo>
                <a:lnTo>
                  <a:pt x="3292" y="1608"/>
                </a:lnTo>
                <a:lnTo>
                  <a:pt x="3292" y="1608"/>
                </a:lnTo>
                <a:lnTo>
                  <a:pt x="3297" y="1605"/>
                </a:lnTo>
                <a:lnTo>
                  <a:pt x="3297" y="1603"/>
                </a:lnTo>
                <a:cubicBezTo>
                  <a:pt x="3300" y="1602"/>
                  <a:pt x="3303" y="1601"/>
                  <a:pt x="3305" y="1601"/>
                </a:cubicBezTo>
                <a:cubicBezTo>
                  <a:pt x="3310" y="1601"/>
                  <a:pt x="3315" y="1604"/>
                  <a:pt x="3319" y="1609"/>
                </a:cubicBezTo>
                <a:lnTo>
                  <a:pt x="3321" y="1612"/>
                </a:lnTo>
                <a:lnTo>
                  <a:pt x="3339" y="1615"/>
                </a:lnTo>
                <a:cubicBezTo>
                  <a:pt x="3453" y="1637"/>
                  <a:pt x="3534" y="1691"/>
                  <a:pt x="3632" y="1763"/>
                </a:cubicBezTo>
                <a:cubicBezTo>
                  <a:pt x="3668" y="1789"/>
                  <a:pt x="3706" y="1810"/>
                  <a:pt x="3744" y="1828"/>
                </a:cubicBezTo>
                <a:lnTo>
                  <a:pt x="3761" y="1835"/>
                </a:lnTo>
                <a:lnTo>
                  <a:pt x="3747" y="1824"/>
                </a:lnTo>
                <a:cubicBezTo>
                  <a:pt x="3580" y="1678"/>
                  <a:pt x="3468" y="1498"/>
                  <a:pt x="3342" y="1290"/>
                </a:cubicBezTo>
                <a:cubicBezTo>
                  <a:pt x="3260" y="1158"/>
                  <a:pt x="3164" y="1049"/>
                  <a:pt x="3108" y="901"/>
                </a:cubicBezTo>
                <a:cubicBezTo>
                  <a:pt x="3052" y="749"/>
                  <a:pt x="3026" y="586"/>
                  <a:pt x="3001" y="425"/>
                </a:cubicBezTo>
                <a:cubicBezTo>
                  <a:pt x="2998" y="398"/>
                  <a:pt x="3016" y="371"/>
                  <a:pt x="3036" y="371"/>
                </a:cubicBezTo>
                <a:cubicBezTo>
                  <a:pt x="3045" y="371"/>
                  <a:pt x="3055" y="377"/>
                  <a:pt x="3063" y="391"/>
                </a:cubicBezTo>
                <a:cubicBezTo>
                  <a:pt x="3146" y="539"/>
                  <a:pt x="3289" y="627"/>
                  <a:pt x="3413" y="737"/>
                </a:cubicBezTo>
                <a:cubicBezTo>
                  <a:pt x="3515" y="830"/>
                  <a:pt x="3594" y="940"/>
                  <a:pt x="3663" y="1059"/>
                </a:cubicBezTo>
                <a:cubicBezTo>
                  <a:pt x="3735" y="1184"/>
                  <a:pt x="3795" y="1314"/>
                  <a:pt x="3843" y="1448"/>
                </a:cubicBezTo>
                <a:lnTo>
                  <a:pt x="3851" y="1471"/>
                </a:lnTo>
                <a:lnTo>
                  <a:pt x="3851" y="1463"/>
                </a:lnTo>
                <a:cubicBezTo>
                  <a:pt x="3859" y="1295"/>
                  <a:pt x="3900" y="1128"/>
                  <a:pt x="3972" y="972"/>
                </a:cubicBezTo>
                <a:cubicBezTo>
                  <a:pt x="3978" y="961"/>
                  <a:pt x="3987" y="956"/>
                  <a:pt x="3996" y="956"/>
                </a:cubicBezTo>
                <a:cubicBezTo>
                  <a:pt x="4007" y="956"/>
                  <a:pt x="4018" y="963"/>
                  <a:pt x="4024" y="977"/>
                </a:cubicBezTo>
                <a:cubicBezTo>
                  <a:pt x="4154" y="1278"/>
                  <a:pt x="4049" y="1569"/>
                  <a:pt x="3964" y="1865"/>
                </a:cubicBezTo>
                <a:lnTo>
                  <a:pt x="3965" y="1870"/>
                </a:lnTo>
                <a:lnTo>
                  <a:pt x="3969" y="1873"/>
                </a:lnTo>
                <a:lnTo>
                  <a:pt x="3972" y="1872"/>
                </a:lnTo>
                <a:cubicBezTo>
                  <a:pt x="3974" y="1871"/>
                  <a:pt x="3975" y="1871"/>
                  <a:pt x="3977" y="1871"/>
                </a:cubicBezTo>
                <a:cubicBezTo>
                  <a:pt x="3985" y="1871"/>
                  <a:pt x="3991" y="1877"/>
                  <a:pt x="3996" y="1885"/>
                </a:cubicBezTo>
                <a:lnTo>
                  <a:pt x="3997" y="1888"/>
                </a:lnTo>
                <a:lnTo>
                  <a:pt x="3999" y="1889"/>
                </a:lnTo>
                <a:cubicBezTo>
                  <a:pt x="4007" y="1893"/>
                  <a:pt x="4013" y="1901"/>
                  <a:pt x="4017" y="1911"/>
                </a:cubicBezTo>
                <a:lnTo>
                  <a:pt x="4018" y="1916"/>
                </a:lnTo>
                <a:lnTo>
                  <a:pt x="4037" y="1921"/>
                </a:lnTo>
                <a:cubicBezTo>
                  <a:pt x="4084" y="1935"/>
                  <a:pt x="4130" y="1949"/>
                  <a:pt x="4177" y="1969"/>
                </a:cubicBezTo>
                <a:cubicBezTo>
                  <a:pt x="4299" y="2020"/>
                  <a:pt x="4415" y="2071"/>
                  <a:pt x="4539" y="2108"/>
                </a:cubicBezTo>
                <a:lnTo>
                  <a:pt x="4558" y="2113"/>
                </a:lnTo>
                <a:lnTo>
                  <a:pt x="4547" y="2106"/>
                </a:lnTo>
                <a:cubicBezTo>
                  <a:pt x="4357" y="1962"/>
                  <a:pt x="4205" y="1753"/>
                  <a:pt x="4198" y="1519"/>
                </a:cubicBezTo>
                <a:cubicBezTo>
                  <a:pt x="4198" y="1504"/>
                  <a:pt x="4207" y="1478"/>
                  <a:pt x="4223" y="1478"/>
                </a:cubicBezTo>
                <a:cubicBezTo>
                  <a:pt x="4227" y="1478"/>
                  <a:pt x="4231" y="1480"/>
                  <a:pt x="4236" y="1484"/>
                </a:cubicBezTo>
                <a:cubicBezTo>
                  <a:pt x="4443" y="1659"/>
                  <a:pt x="4649" y="1843"/>
                  <a:pt x="4751" y="2098"/>
                </a:cubicBezTo>
                <a:lnTo>
                  <a:pt x="4757" y="2116"/>
                </a:lnTo>
                <a:lnTo>
                  <a:pt x="4759" y="2116"/>
                </a:lnTo>
                <a:cubicBezTo>
                  <a:pt x="4770" y="2119"/>
                  <a:pt x="4778" y="2139"/>
                  <a:pt x="4782" y="2159"/>
                </a:cubicBezTo>
                <a:lnTo>
                  <a:pt x="4783" y="2163"/>
                </a:lnTo>
                <a:lnTo>
                  <a:pt x="4804" y="2167"/>
                </a:lnTo>
                <a:cubicBezTo>
                  <a:pt x="4941" y="2193"/>
                  <a:pt x="5079" y="2216"/>
                  <a:pt x="5217" y="2239"/>
                </a:cubicBezTo>
                <a:lnTo>
                  <a:pt x="5329" y="2256"/>
                </a:lnTo>
                <a:lnTo>
                  <a:pt x="5317" y="2249"/>
                </a:lnTo>
                <a:cubicBezTo>
                  <a:pt x="5301" y="2237"/>
                  <a:pt x="5285" y="2226"/>
                  <a:pt x="5271" y="2214"/>
                </a:cubicBezTo>
                <a:cubicBezTo>
                  <a:pt x="5119" y="2087"/>
                  <a:pt x="5019" y="1913"/>
                  <a:pt x="4922" y="1744"/>
                </a:cubicBezTo>
                <a:lnTo>
                  <a:pt x="4547" y="1088"/>
                </a:lnTo>
                <a:cubicBezTo>
                  <a:pt x="4538" y="1073"/>
                  <a:pt x="4522" y="1002"/>
                  <a:pt x="4555" y="1002"/>
                </a:cubicBezTo>
                <a:cubicBezTo>
                  <a:pt x="4557" y="1002"/>
                  <a:pt x="4559" y="1002"/>
                  <a:pt x="4561" y="1003"/>
                </a:cubicBezTo>
                <a:cubicBezTo>
                  <a:pt x="5148" y="1118"/>
                  <a:pt x="5476" y="1657"/>
                  <a:pt x="5930" y="2002"/>
                </a:cubicBezTo>
                <a:lnTo>
                  <a:pt x="5942" y="2011"/>
                </a:lnTo>
                <a:lnTo>
                  <a:pt x="5940" y="2008"/>
                </a:lnTo>
                <a:cubicBezTo>
                  <a:pt x="5887" y="1896"/>
                  <a:pt x="5862" y="1756"/>
                  <a:pt x="5852" y="1665"/>
                </a:cubicBezTo>
                <a:cubicBezTo>
                  <a:pt x="5814" y="1305"/>
                  <a:pt x="5934" y="956"/>
                  <a:pt x="5953" y="601"/>
                </a:cubicBezTo>
                <a:cubicBezTo>
                  <a:pt x="5955" y="578"/>
                  <a:pt x="5965" y="564"/>
                  <a:pt x="5975" y="564"/>
                </a:cubicBezTo>
                <a:cubicBezTo>
                  <a:pt x="5984" y="564"/>
                  <a:pt x="5992" y="574"/>
                  <a:pt x="5997" y="595"/>
                </a:cubicBezTo>
                <a:cubicBezTo>
                  <a:pt x="6036" y="796"/>
                  <a:pt x="6196" y="940"/>
                  <a:pt x="6290" y="1117"/>
                </a:cubicBezTo>
                <a:cubicBezTo>
                  <a:pt x="6362" y="1249"/>
                  <a:pt x="6408" y="1394"/>
                  <a:pt x="6429" y="1542"/>
                </a:cubicBezTo>
                <a:cubicBezTo>
                  <a:pt x="6448" y="1682"/>
                  <a:pt x="6460" y="1883"/>
                  <a:pt x="6397" y="2015"/>
                </a:cubicBezTo>
                <a:cubicBezTo>
                  <a:pt x="6355" y="2105"/>
                  <a:pt x="6261" y="2111"/>
                  <a:pt x="6191" y="2152"/>
                </a:cubicBezTo>
                <a:cubicBezTo>
                  <a:pt x="6191" y="2154"/>
                  <a:pt x="6191" y="2157"/>
                  <a:pt x="6191" y="2159"/>
                </a:cubicBezTo>
                <a:lnTo>
                  <a:pt x="6191" y="2159"/>
                </a:lnTo>
                <a:lnTo>
                  <a:pt x="6191" y="2161"/>
                </a:lnTo>
                <a:cubicBezTo>
                  <a:pt x="6191" y="2171"/>
                  <a:pt x="6191" y="2179"/>
                  <a:pt x="6188" y="2185"/>
                </a:cubicBezTo>
                <a:cubicBezTo>
                  <a:pt x="6114" y="2339"/>
                  <a:pt x="5963" y="2398"/>
                  <a:pt x="5799" y="2398"/>
                </a:cubicBezTo>
                <a:cubicBezTo>
                  <a:pt x="5793" y="2398"/>
                  <a:pt x="5787" y="2398"/>
                  <a:pt x="5781" y="2398"/>
                </a:cubicBezTo>
                <a:lnTo>
                  <a:pt x="5778" y="2398"/>
                </a:lnTo>
                <a:lnTo>
                  <a:pt x="5778" y="2398"/>
                </a:lnTo>
                <a:cubicBezTo>
                  <a:pt x="5775" y="2400"/>
                  <a:pt x="5772" y="2401"/>
                  <a:pt x="5768" y="2401"/>
                </a:cubicBezTo>
                <a:cubicBezTo>
                  <a:pt x="5767" y="2401"/>
                  <a:pt x="5765" y="2401"/>
                  <a:pt x="5764" y="2401"/>
                </a:cubicBezTo>
                <a:lnTo>
                  <a:pt x="5754" y="2399"/>
                </a:lnTo>
                <a:lnTo>
                  <a:pt x="5754" y="2401"/>
                </a:lnTo>
                <a:cubicBezTo>
                  <a:pt x="5753" y="2412"/>
                  <a:pt x="5749" y="2421"/>
                  <a:pt x="5742" y="2421"/>
                </a:cubicBezTo>
                <a:cubicBezTo>
                  <a:pt x="5491" y="2444"/>
                  <a:pt x="5269" y="2546"/>
                  <a:pt x="5080" y="2697"/>
                </a:cubicBezTo>
                <a:lnTo>
                  <a:pt x="5078" y="2699"/>
                </a:lnTo>
                <a:lnTo>
                  <a:pt x="5079" y="2699"/>
                </a:lnTo>
                <a:cubicBezTo>
                  <a:pt x="5127" y="2722"/>
                  <a:pt x="5166" y="2752"/>
                  <a:pt x="5198" y="2787"/>
                </a:cubicBezTo>
                <a:lnTo>
                  <a:pt x="5200" y="2790"/>
                </a:lnTo>
                <a:lnTo>
                  <a:pt x="5202" y="2790"/>
                </a:lnTo>
                <a:cubicBezTo>
                  <a:pt x="5352" y="2746"/>
                  <a:pt x="5506" y="2725"/>
                  <a:pt x="5659" y="2725"/>
                </a:cubicBezTo>
                <a:cubicBezTo>
                  <a:pt x="5875" y="2725"/>
                  <a:pt x="6091" y="2768"/>
                  <a:pt x="6294" y="2853"/>
                </a:cubicBezTo>
                <a:cubicBezTo>
                  <a:pt x="6304" y="2857"/>
                  <a:pt x="6310" y="2877"/>
                  <a:pt x="6312" y="2898"/>
                </a:cubicBezTo>
                <a:lnTo>
                  <a:pt x="6312" y="2907"/>
                </a:lnTo>
                <a:lnTo>
                  <a:pt x="6185" y="2907"/>
                </a:lnTo>
                <a:lnTo>
                  <a:pt x="6090" y="2877"/>
                </a:lnTo>
                <a:cubicBezTo>
                  <a:pt x="5954" y="2842"/>
                  <a:pt x="5814" y="2823"/>
                  <a:pt x="5674" y="2823"/>
                </a:cubicBezTo>
                <a:cubicBezTo>
                  <a:pt x="5535" y="2823"/>
                  <a:pt x="5397" y="2841"/>
                  <a:pt x="5262" y="2876"/>
                </a:cubicBezTo>
                <a:lnTo>
                  <a:pt x="5255" y="2878"/>
                </a:lnTo>
                <a:lnTo>
                  <a:pt x="5267" y="2907"/>
                </a:lnTo>
                <a:lnTo>
                  <a:pt x="5248" y="2907"/>
                </a:lnTo>
                <a:lnTo>
                  <a:pt x="5212" y="2907"/>
                </a:lnTo>
                <a:lnTo>
                  <a:pt x="5198" y="2907"/>
                </a:lnTo>
                <a:lnTo>
                  <a:pt x="5193" y="2896"/>
                </a:lnTo>
                <a:lnTo>
                  <a:pt x="5186" y="2898"/>
                </a:lnTo>
                <a:cubicBezTo>
                  <a:pt x="5186" y="2898"/>
                  <a:pt x="5186" y="2898"/>
                  <a:pt x="5185" y="2898"/>
                </a:cubicBezTo>
                <a:cubicBezTo>
                  <a:pt x="5180" y="2898"/>
                  <a:pt x="5173" y="2885"/>
                  <a:pt x="5169" y="2868"/>
                </a:cubicBezTo>
                <a:lnTo>
                  <a:pt x="5168" y="2865"/>
                </a:lnTo>
                <a:lnTo>
                  <a:pt x="5165" y="2862"/>
                </a:lnTo>
                <a:cubicBezTo>
                  <a:pt x="5138" y="2833"/>
                  <a:pt x="5104" y="2809"/>
                  <a:pt x="5062" y="2790"/>
                </a:cubicBezTo>
                <a:cubicBezTo>
                  <a:pt x="5061" y="2796"/>
                  <a:pt x="5058" y="2801"/>
                  <a:pt x="5055" y="2804"/>
                </a:cubicBezTo>
                <a:cubicBezTo>
                  <a:pt x="5030" y="2827"/>
                  <a:pt x="5011" y="2852"/>
                  <a:pt x="4997" y="2878"/>
                </a:cubicBezTo>
                <a:lnTo>
                  <a:pt x="4986" y="2907"/>
                </a:lnTo>
                <a:lnTo>
                  <a:pt x="4920" y="2907"/>
                </a:lnTo>
                <a:lnTo>
                  <a:pt x="4940" y="2835"/>
                </a:lnTo>
                <a:cubicBezTo>
                  <a:pt x="4942" y="2830"/>
                  <a:pt x="4944" y="2826"/>
                  <a:pt x="4946" y="2822"/>
                </a:cubicBezTo>
                <a:lnTo>
                  <a:pt x="4948" y="2818"/>
                </a:lnTo>
                <a:lnTo>
                  <a:pt x="4864" y="2907"/>
                </a:lnTo>
                <a:lnTo>
                  <a:pt x="4790" y="2907"/>
                </a:lnTo>
                <a:lnTo>
                  <a:pt x="4839" y="2844"/>
                </a:lnTo>
                <a:cubicBezTo>
                  <a:pt x="5031" y="2618"/>
                  <a:pt x="5277" y="2443"/>
                  <a:pt x="5567" y="2373"/>
                </a:cubicBezTo>
                <a:lnTo>
                  <a:pt x="5580" y="2370"/>
                </a:lnTo>
                <a:lnTo>
                  <a:pt x="5497" y="2357"/>
                </a:lnTo>
                <a:cubicBezTo>
                  <a:pt x="5274" y="2321"/>
                  <a:pt x="5050" y="2286"/>
                  <a:pt x="4828" y="2246"/>
                </a:cubicBezTo>
                <a:lnTo>
                  <a:pt x="4802" y="2241"/>
                </a:lnTo>
                <a:lnTo>
                  <a:pt x="4807" y="2256"/>
                </a:lnTo>
                <a:cubicBezTo>
                  <a:pt x="4862" y="2460"/>
                  <a:pt x="4720" y="2697"/>
                  <a:pt x="4576" y="2855"/>
                </a:cubicBezTo>
                <a:lnTo>
                  <a:pt x="4525" y="2907"/>
                </a:lnTo>
                <a:lnTo>
                  <a:pt x="4486" y="2907"/>
                </a:lnTo>
                <a:lnTo>
                  <a:pt x="4482" y="2899"/>
                </a:lnTo>
                <a:cubicBezTo>
                  <a:pt x="4478" y="2884"/>
                  <a:pt x="4476" y="2869"/>
                  <a:pt x="4476" y="2865"/>
                </a:cubicBezTo>
                <a:cubicBezTo>
                  <a:pt x="4478" y="2637"/>
                  <a:pt x="4489" y="2382"/>
                  <a:pt x="4641" y="2210"/>
                </a:cubicBezTo>
                <a:lnTo>
                  <a:pt x="4642" y="2209"/>
                </a:lnTo>
                <a:lnTo>
                  <a:pt x="4633" y="2207"/>
                </a:lnTo>
                <a:cubicBezTo>
                  <a:pt x="4493" y="2174"/>
                  <a:pt x="4363" y="2125"/>
                  <a:pt x="4228" y="2067"/>
                </a:cubicBezTo>
                <a:cubicBezTo>
                  <a:pt x="4191" y="2050"/>
                  <a:pt x="4153" y="2037"/>
                  <a:pt x="4114" y="2025"/>
                </a:cubicBezTo>
                <a:lnTo>
                  <a:pt x="4114" y="2025"/>
                </a:lnTo>
                <a:lnTo>
                  <a:pt x="4121" y="2037"/>
                </a:lnTo>
                <a:cubicBezTo>
                  <a:pt x="4178" y="2126"/>
                  <a:pt x="4205" y="2230"/>
                  <a:pt x="4199" y="2353"/>
                </a:cubicBezTo>
                <a:cubicBezTo>
                  <a:pt x="4192" y="2501"/>
                  <a:pt x="4135" y="2649"/>
                  <a:pt x="4095" y="2796"/>
                </a:cubicBezTo>
                <a:lnTo>
                  <a:pt x="4076" y="2907"/>
                </a:lnTo>
                <a:lnTo>
                  <a:pt x="4005" y="2907"/>
                </a:lnTo>
                <a:lnTo>
                  <a:pt x="4008" y="2882"/>
                </a:lnTo>
                <a:cubicBezTo>
                  <a:pt x="4064" y="2576"/>
                  <a:pt x="4221" y="2267"/>
                  <a:pt x="4015" y="2033"/>
                </a:cubicBezTo>
                <a:cubicBezTo>
                  <a:pt x="3997" y="2211"/>
                  <a:pt x="3984" y="2341"/>
                  <a:pt x="3884" y="2511"/>
                </a:cubicBezTo>
                <a:cubicBezTo>
                  <a:pt x="3828" y="2608"/>
                  <a:pt x="3773" y="2707"/>
                  <a:pt x="3768" y="2815"/>
                </a:cubicBezTo>
                <a:lnTo>
                  <a:pt x="3779" y="2907"/>
                </a:lnTo>
                <a:lnTo>
                  <a:pt x="3711" y="2907"/>
                </a:lnTo>
                <a:lnTo>
                  <a:pt x="3695" y="2812"/>
                </a:lnTo>
                <a:cubicBezTo>
                  <a:pt x="3694" y="2695"/>
                  <a:pt x="3741" y="2593"/>
                  <a:pt x="3799" y="2493"/>
                </a:cubicBezTo>
                <a:cubicBezTo>
                  <a:pt x="3846" y="2409"/>
                  <a:pt x="3894" y="2335"/>
                  <a:pt x="3920" y="2241"/>
                </a:cubicBezTo>
                <a:cubicBezTo>
                  <a:pt x="3941" y="2163"/>
                  <a:pt x="3941" y="2085"/>
                  <a:pt x="3946" y="2005"/>
                </a:cubicBezTo>
                <a:lnTo>
                  <a:pt x="3947" y="1992"/>
                </a:lnTo>
                <a:lnTo>
                  <a:pt x="3947" y="1993"/>
                </a:lnTo>
                <a:cubicBezTo>
                  <a:pt x="3946" y="1993"/>
                  <a:pt x="3945" y="1994"/>
                  <a:pt x="3944" y="1994"/>
                </a:cubicBezTo>
                <a:lnTo>
                  <a:pt x="3942" y="1995"/>
                </a:lnTo>
                <a:lnTo>
                  <a:pt x="3940" y="2006"/>
                </a:lnTo>
                <a:cubicBezTo>
                  <a:pt x="3879" y="2229"/>
                  <a:pt x="3659" y="2342"/>
                  <a:pt x="3438" y="2406"/>
                </a:cubicBezTo>
                <a:cubicBezTo>
                  <a:pt x="3437" y="2406"/>
                  <a:pt x="3436" y="2406"/>
                  <a:pt x="3435" y="2406"/>
                </a:cubicBezTo>
                <a:cubicBezTo>
                  <a:pt x="3424" y="2406"/>
                  <a:pt x="3415" y="2391"/>
                  <a:pt x="3411" y="2384"/>
                </a:cubicBezTo>
                <a:cubicBezTo>
                  <a:pt x="3356" y="2264"/>
                  <a:pt x="3454" y="2177"/>
                  <a:pt x="3540" y="2103"/>
                </a:cubicBezTo>
                <a:cubicBezTo>
                  <a:pt x="3615" y="2039"/>
                  <a:pt x="3698" y="1985"/>
                  <a:pt x="3787" y="1942"/>
                </a:cubicBezTo>
                <a:lnTo>
                  <a:pt x="3802" y="1935"/>
                </a:lnTo>
                <a:lnTo>
                  <a:pt x="3797" y="1933"/>
                </a:lnTo>
                <a:cubicBezTo>
                  <a:pt x="3788" y="1930"/>
                  <a:pt x="3779" y="1926"/>
                  <a:pt x="3769" y="1922"/>
                </a:cubicBezTo>
                <a:cubicBezTo>
                  <a:pt x="3617" y="1858"/>
                  <a:pt x="3516" y="1726"/>
                  <a:pt x="3350" y="1691"/>
                </a:cubicBezTo>
                <a:lnTo>
                  <a:pt x="3331" y="1687"/>
                </a:lnTo>
                <a:lnTo>
                  <a:pt x="3330" y="1690"/>
                </a:lnTo>
                <a:cubicBezTo>
                  <a:pt x="3328" y="1694"/>
                  <a:pt x="3325" y="1697"/>
                  <a:pt x="3322" y="1699"/>
                </a:cubicBezTo>
                <a:cubicBezTo>
                  <a:pt x="3318" y="1701"/>
                  <a:pt x="3314" y="1704"/>
                  <a:pt x="3311" y="1706"/>
                </a:cubicBezTo>
                <a:cubicBezTo>
                  <a:pt x="3233" y="1975"/>
                  <a:pt x="3134" y="2262"/>
                  <a:pt x="2868" y="2395"/>
                </a:cubicBezTo>
                <a:cubicBezTo>
                  <a:pt x="2743" y="2460"/>
                  <a:pt x="2601" y="2484"/>
                  <a:pt x="2470" y="2529"/>
                </a:cubicBezTo>
                <a:cubicBezTo>
                  <a:pt x="2339" y="2574"/>
                  <a:pt x="2222" y="2695"/>
                  <a:pt x="2083" y="2709"/>
                </a:cubicBezTo>
                <a:cubicBezTo>
                  <a:pt x="2083" y="2709"/>
                  <a:pt x="2082" y="2709"/>
                  <a:pt x="2081" y="2709"/>
                </a:cubicBezTo>
                <a:cubicBezTo>
                  <a:pt x="2054" y="2709"/>
                  <a:pt x="2049" y="2654"/>
                  <a:pt x="2053" y="2637"/>
                </a:cubicBezTo>
                <a:cubicBezTo>
                  <a:pt x="2097" y="2398"/>
                  <a:pt x="2372" y="2237"/>
                  <a:pt x="2572" y="2135"/>
                </a:cubicBezTo>
                <a:cubicBezTo>
                  <a:pt x="2800" y="2017"/>
                  <a:pt x="2977" y="1835"/>
                  <a:pt x="3183" y="1683"/>
                </a:cubicBezTo>
                <a:lnTo>
                  <a:pt x="3195" y="1674"/>
                </a:lnTo>
                <a:lnTo>
                  <a:pt x="3192" y="1674"/>
                </a:lnTo>
                <a:cubicBezTo>
                  <a:pt x="3174" y="1674"/>
                  <a:pt x="3156" y="1674"/>
                  <a:pt x="3138" y="1674"/>
                </a:cubicBezTo>
                <a:cubicBezTo>
                  <a:pt x="3123" y="1674"/>
                  <a:pt x="3107" y="1674"/>
                  <a:pt x="3091" y="1674"/>
                </a:cubicBezTo>
                <a:cubicBezTo>
                  <a:pt x="3021" y="1674"/>
                  <a:pt x="2951" y="1672"/>
                  <a:pt x="2882" y="1658"/>
                </a:cubicBezTo>
                <a:cubicBezTo>
                  <a:pt x="2726" y="1626"/>
                  <a:pt x="2583" y="1549"/>
                  <a:pt x="2426" y="1520"/>
                </a:cubicBezTo>
                <a:cubicBezTo>
                  <a:pt x="2368" y="1510"/>
                  <a:pt x="2309" y="1505"/>
                  <a:pt x="2251" y="1505"/>
                </a:cubicBezTo>
                <a:cubicBezTo>
                  <a:pt x="2202" y="1505"/>
                  <a:pt x="2153" y="1508"/>
                  <a:pt x="2105" y="1515"/>
                </a:cubicBezTo>
                <a:lnTo>
                  <a:pt x="2093" y="1517"/>
                </a:lnTo>
                <a:lnTo>
                  <a:pt x="2093" y="1520"/>
                </a:lnTo>
                <a:cubicBezTo>
                  <a:pt x="2093" y="1528"/>
                  <a:pt x="2092" y="1537"/>
                  <a:pt x="2089" y="1545"/>
                </a:cubicBezTo>
                <a:cubicBezTo>
                  <a:pt x="2153" y="1683"/>
                  <a:pt x="2117" y="1847"/>
                  <a:pt x="2014" y="1963"/>
                </a:cubicBezTo>
                <a:cubicBezTo>
                  <a:pt x="1803" y="2200"/>
                  <a:pt x="1397" y="2175"/>
                  <a:pt x="1267" y="2496"/>
                </a:cubicBezTo>
                <a:cubicBezTo>
                  <a:pt x="1262" y="2508"/>
                  <a:pt x="1256" y="2513"/>
                  <a:pt x="1250" y="2513"/>
                </a:cubicBezTo>
                <a:cubicBezTo>
                  <a:pt x="1235" y="2513"/>
                  <a:pt x="1218" y="2484"/>
                  <a:pt x="1216" y="2466"/>
                </a:cubicBezTo>
                <a:cubicBezTo>
                  <a:pt x="1174" y="2156"/>
                  <a:pt x="1367" y="1868"/>
                  <a:pt x="1624" y="1676"/>
                </a:cubicBezTo>
                <a:lnTo>
                  <a:pt x="1645" y="1661"/>
                </a:lnTo>
                <a:lnTo>
                  <a:pt x="1617" y="1669"/>
                </a:lnTo>
                <a:cubicBezTo>
                  <a:pt x="1380" y="1737"/>
                  <a:pt x="1112" y="1789"/>
                  <a:pt x="855" y="1789"/>
                </a:cubicBezTo>
                <a:cubicBezTo>
                  <a:pt x="530" y="1789"/>
                  <a:pt x="222" y="1705"/>
                  <a:pt x="15" y="1463"/>
                </a:cubicBezTo>
                <a:cubicBezTo>
                  <a:pt x="-4" y="1441"/>
                  <a:pt x="-11" y="1381"/>
                  <a:pt x="29" y="1374"/>
                </a:cubicBezTo>
                <a:cubicBezTo>
                  <a:pt x="199" y="1344"/>
                  <a:pt x="326" y="1234"/>
                  <a:pt x="488" y="1195"/>
                </a:cubicBezTo>
                <a:cubicBezTo>
                  <a:pt x="530" y="1184"/>
                  <a:pt x="575" y="1180"/>
                  <a:pt x="620" y="1180"/>
                </a:cubicBezTo>
                <a:cubicBezTo>
                  <a:pt x="716" y="1180"/>
                  <a:pt x="815" y="1198"/>
                  <a:pt x="905" y="1212"/>
                </a:cubicBezTo>
                <a:cubicBezTo>
                  <a:pt x="1127" y="1248"/>
                  <a:pt x="1344" y="1304"/>
                  <a:pt x="1555" y="1380"/>
                </a:cubicBezTo>
                <a:lnTo>
                  <a:pt x="1595" y="1394"/>
                </a:lnTo>
                <a:lnTo>
                  <a:pt x="1592" y="1391"/>
                </a:lnTo>
                <a:cubicBezTo>
                  <a:pt x="1509" y="1302"/>
                  <a:pt x="1440" y="1193"/>
                  <a:pt x="1381" y="1088"/>
                </a:cubicBezTo>
                <a:cubicBezTo>
                  <a:pt x="1319" y="976"/>
                  <a:pt x="1275" y="855"/>
                  <a:pt x="1252" y="730"/>
                </a:cubicBezTo>
                <a:cubicBezTo>
                  <a:pt x="1218" y="546"/>
                  <a:pt x="1221" y="357"/>
                  <a:pt x="1121" y="192"/>
                </a:cubicBezTo>
                <a:cubicBezTo>
                  <a:pt x="1116" y="183"/>
                  <a:pt x="1099" y="98"/>
                  <a:pt x="1117" y="98"/>
                </a:cubicBezTo>
                <a:cubicBezTo>
                  <a:pt x="1118" y="98"/>
                  <a:pt x="1120" y="98"/>
                  <a:pt x="1121" y="99"/>
                </a:cubicBezTo>
                <a:cubicBezTo>
                  <a:pt x="1630" y="370"/>
                  <a:pt x="1948" y="892"/>
                  <a:pt x="1988" y="1461"/>
                </a:cubicBezTo>
                <a:lnTo>
                  <a:pt x="1988" y="1464"/>
                </a:lnTo>
                <a:lnTo>
                  <a:pt x="1989" y="1464"/>
                </a:lnTo>
                <a:cubicBezTo>
                  <a:pt x="2066" y="1446"/>
                  <a:pt x="2140" y="1438"/>
                  <a:pt x="2214" y="1438"/>
                </a:cubicBezTo>
                <a:cubicBezTo>
                  <a:pt x="2344" y="1438"/>
                  <a:pt x="2471" y="1463"/>
                  <a:pt x="2604" y="1501"/>
                </a:cubicBezTo>
                <a:lnTo>
                  <a:pt x="2632" y="1509"/>
                </a:lnTo>
                <a:lnTo>
                  <a:pt x="2625" y="1504"/>
                </a:lnTo>
                <a:cubicBezTo>
                  <a:pt x="2441" y="1380"/>
                  <a:pt x="2304" y="1188"/>
                  <a:pt x="2183" y="999"/>
                </a:cubicBezTo>
                <a:cubicBezTo>
                  <a:pt x="1990" y="696"/>
                  <a:pt x="1908" y="408"/>
                  <a:pt x="1872" y="53"/>
                </a:cubicBezTo>
                <a:cubicBezTo>
                  <a:pt x="1871" y="46"/>
                  <a:pt x="1871" y="0"/>
                  <a:pt x="188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lvl="0" algn="l" defTabSz="1219200">
              <a:buClr>
                <a:srgbClr val="000000"/>
              </a:buClr>
              <a:buSzTx/>
              <a:buFontTx/>
            </a:pPr>
            <a:endParaRPr sz="1865" kern="0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77" name="任意多边形: 形状 176"/>
          <p:cNvSpPr/>
          <p:nvPr>
            <p:custDataLst>
              <p:tags r:id="rId26"/>
            </p:custDataLst>
          </p:nvPr>
        </p:nvSpPr>
        <p:spPr>
          <a:xfrm>
            <a:off x="1354455" y="5227320"/>
            <a:ext cx="1941830" cy="1630680"/>
          </a:xfrm>
          <a:custGeom>
            <a:avLst/>
            <a:gdLst>
              <a:gd name="connsiteX0" fmla="*/ 71762 w 92735"/>
              <a:gd name="connsiteY0" fmla="*/ 0 h 36191"/>
              <a:gd name="connsiteX1" fmla="*/ 92735 w 92735"/>
              <a:gd name="connsiteY1" fmla="*/ 36191 h 36191"/>
              <a:gd name="connsiteX2" fmla="*/ 0 w 92735"/>
              <a:gd name="connsiteY2" fmla="*/ 36191 h 36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8" h="2568">
                <a:moveTo>
                  <a:pt x="2016" y="0"/>
                </a:moveTo>
                <a:cubicBezTo>
                  <a:pt x="2036" y="0"/>
                  <a:pt x="2056" y="11"/>
                  <a:pt x="2065" y="33"/>
                </a:cubicBezTo>
                <a:cubicBezTo>
                  <a:pt x="2385" y="653"/>
                  <a:pt x="2664" y="1429"/>
                  <a:pt x="2192" y="2055"/>
                </a:cubicBezTo>
                <a:cubicBezTo>
                  <a:pt x="2187" y="2063"/>
                  <a:pt x="2179" y="2067"/>
                  <a:pt x="2171" y="2069"/>
                </a:cubicBezTo>
                <a:lnTo>
                  <a:pt x="2167" y="2070"/>
                </a:lnTo>
                <a:lnTo>
                  <a:pt x="2122" y="2309"/>
                </a:lnTo>
                <a:lnTo>
                  <a:pt x="2155" y="2324"/>
                </a:lnTo>
                <a:cubicBezTo>
                  <a:pt x="2399" y="2426"/>
                  <a:pt x="2655" y="2501"/>
                  <a:pt x="2917" y="2547"/>
                </a:cubicBezTo>
                <a:lnTo>
                  <a:pt x="3058" y="2568"/>
                </a:lnTo>
                <a:lnTo>
                  <a:pt x="2729" y="2568"/>
                </a:lnTo>
                <a:lnTo>
                  <a:pt x="2653" y="2568"/>
                </a:lnTo>
                <a:lnTo>
                  <a:pt x="2583" y="2568"/>
                </a:lnTo>
                <a:lnTo>
                  <a:pt x="2609" y="2555"/>
                </a:lnTo>
                <a:lnTo>
                  <a:pt x="2293" y="2461"/>
                </a:lnTo>
                <a:cubicBezTo>
                  <a:pt x="1882" y="2312"/>
                  <a:pt x="1499" y="2090"/>
                  <a:pt x="1164" y="1804"/>
                </a:cubicBezTo>
                <a:lnTo>
                  <a:pt x="1125" y="1771"/>
                </a:lnTo>
                <a:lnTo>
                  <a:pt x="1115" y="1771"/>
                </a:lnTo>
                <a:cubicBezTo>
                  <a:pt x="1042" y="1771"/>
                  <a:pt x="937" y="1726"/>
                  <a:pt x="895" y="1704"/>
                </a:cubicBezTo>
                <a:lnTo>
                  <a:pt x="889" y="1701"/>
                </a:lnTo>
                <a:cubicBezTo>
                  <a:pt x="465" y="1464"/>
                  <a:pt x="237" y="1009"/>
                  <a:pt x="7" y="603"/>
                </a:cubicBezTo>
                <a:cubicBezTo>
                  <a:pt x="-12" y="570"/>
                  <a:pt x="11" y="519"/>
                  <a:pt x="48" y="519"/>
                </a:cubicBezTo>
                <a:cubicBezTo>
                  <a:pt x="55" y="519"/>
                  <a:pt x="63" y="521"/>
                  <a:pt x="72" y="526"/>
                </a:cubicBezTo>
                <a:cubicBezTo>
                  <a:pt x="379" y="704"/>
                  <a:pt x="759" y="764"/>
                  <a:pt x="1023" y="1018"/>
                </a:cubicBezTo>
                <a:cubicBezTo>
                  <a:pt x="1214" y="1202"/>
                  <a:pt x="1294" y="1468"/>
                  <a:pt x="1193" y="1715"/>
                </a:cubicBezTo>
                <a:lnTo>
                  <a:pt x="1189" y="1724"/>
                </a:lnTo>
                <a:lnTo>
                  <a:pt x="1211" y="1743"/>
                </a:lnTo>
                <a:cubicBezTo>
                  <a:pt x="1463" y="1958"/>
                  <a:pt x="1742" y="2136"/>
                  <a:pt x="2041" y="2273"/>
                </a:cubicBezTo>
                <a:lnTo>
                  <a:pt x="2048" y="2277"/>
                </a:lnTo>
                <a:lnTo>
                  <a:pt x="2094" y="2038"/>
                </a:lnTo>
                <a:lnTo>
                  <a:pt x="2093" y="2037"/>
                </a:lnTo>
                <a:cubicBezTo>
                  <a:pt x="2090" y="2034"/>
                  <a:pt x="2087" y="2030"/>
                  <a:pt x="2085" y="2027"/>
                </a:cubicBezTo>
                <a:cubicBezTo>
                  <a:pt x="1933" y="1743"/>
                  <a:pt x="1838" y="1429"/>
                  <a:pt x="1808" y="1108"/>
                </a:cubicBezTo>
                <a:cubicBezTo>
                  <a:pt x="1776" y="743"/>
                  <a:pt x="1865" y="390"/>
                  <a:pt x="1964" y="42"/>
                </a:cubicBezTo>
                <a:cubicBezTo>
                  <a:pt x="1970" y="14"/>
                  <a:pt x="1993" y="0"/>
                  <a:pt x="2016" y="0"/>
                </a:cubicBezTo>
                <a:close/>
                <a:moveTo>
                  <a:pt x="1953" y="2556"/>
                </a:moveTo>
                <a:lnTo>
                  <a:pt x="2104" y="2568"/>
                </a:lnTo>
                <a:lnTo>
                  <a:pt x="1759" y="2568"/>
                </a:lnTo>
                <a:lnTo>
                  <a:pt x="1814" y="2562"/>
                </a:lnTo>
                <a:cubicBezTo>
                  <a:pt x="1860" y="2558"/>
                  <a:pt x="1906" y="2556"/>
                  <a:pt x="1953" y="25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defTabSz="1219200">
              <a:buClr>
                <a:srgbClr val="000000"/>
              </a:buClr>
            </a:pPr>
            <a:endParaRPr sz="1865" kern="0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87000"/>
            </a:scheme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3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/>
          </a:solidFill>
          <a:effectLst/>
          <a:uFill>
            <a:solidFill>
              <a:srgbClr val="6D7975"/>
            </a:solidFill>
          </a:uFill>
          <a:latin typeface="+mj-ea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ea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9" Type="http://schemas.openxmlformats.org/officeDocument/2006/relationships/slideLayout" Target="../slideLayouts/slideLayout15.xml"/><Relationship Id="rId18" Type="http://schemas.openxmlformats.org/officeDocument/2006/relationships/tags" Target="../tags/tag218.xml"/><Relationship Id="rId17" Type="http://schemas.openxmlformats.org/officeDocument/2006/relationships/tags" Target="../tags/tag217.xml"/><Relationship Id="rId16" Type="http://schemas.openxmlformats.org/officeDocument/2006/relationships/tags" Target="../tags/tag216.xml"/><Relationship Id="rId15" Type="http://schemas.openxmlformats.org/officeDocument/2006/relationships/tags" Target="../tags/tag215.xml"/><Relationship Id="rId14" Type="http://schemas.openxmlformats.org/officeDocument/2006/relationships/tags" Target="../tags/tag214.xml"/><Relationship Id="rId13" Type="http://schemas.openxmlformats.org/officeDocument/2006/relationships/tags" Target="../tags/tag213.xml"/><Relationship Id="rId12" Type="http://schemas.openxmlformats.org/officeDocument/2006/relationships/tags" Target="../tags/tag212.xml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tags" Target="../tags/tag20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tags" Target="../tags/tag21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jpeg"/><Relationship Id="rId8" Type="http://schemas.openxmlformats.org/officeDocument/2006/relationships/tags" Target="../tags/tag228.xml"/><Relationship Id="rId7" Type="http://schemas.openxmlformats.org/officeDocument/2006/relationships/tags" Target="../tags/tag227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image" Target="../media/image1.jpeg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8" Type="http://schemas.openxmlformats.org/officeDocument/2006/relationships/slideLayout" Target="../slideLayouts/slideLayout14.xml"/><Relationship Id="rId17" Type="http://schemas.openxmlformats.org/officeDocument/2006/relationships/tags" Target="../tags/tag235.xml"/><Relationship Id="rId16" Type="http://schemas.openxmlformats.org/officeDocument/2006/relationships/tags" Target="../tags/tag234.xml"/><Relationship Id="rId15" Type="http://schemas.openxmlformats.org/officeDocument/2006/relationships/tags" Target="../tags/tag233.xml"/><Relationship Id="rId14" Type="http://schemas.openxmlformats.org/officeDocument/2006/relationships/image" Target="../media/image3.jpeg"/><Relationship Id="rId13" Type="http://schemas.openxmlformats.org/officeDocument/2006/relationships/tags" Target="../tags/tag232.xml"/><Relationship Id="rId12" Type="http://schemas.openxmlformats.org/officeDocument/2006/relationships/tags" Target="../tags/tag231.xml"/><Relationship Id="rId11" Type="http://schemas.openxmlformats.org/officeDocument/2006/relationships/tags" Target="../tags/tag230.xml"/><Relationship Id="rId10" Type="http://schemas.openxmlformats.org/officeDocument/2006/relationships/tags" Target="../tags/tag229.xml"/><Relationship Id="rId1" Type="http://schemas.openxmlformats.org/officeDocument/2006/relationships/tags" Target="../tags/tag22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" Type="http://schemas.openxmlformats.org/officeDocument/2006/relationships/tags" Target="../tags/tag23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image" Target="../media/image4.jpeg"/><Relationship Id="rId2" Type="http://schemas.openxmlformats.org/officeDocument/2006/relationships/tags" Target="../tags/tag240.xml"/><Relationship Id="rId17" Type="http://schemas.openxmlformats.org/officeDocument/2006/relationships/slideLayout" Target="../slideLayouts/slideLayout13.xml"/><Relationship Id="rId16" Type="http://schemas.openxmlformats.org/officeDocument/2006/relationships/tags" Target="../tags/tag253.xml"/><Relationship Id="rId15" Type="http://schemas.openxmlformats.org/officeDocument/2006/relationships/tags" Target="../tags/tag252.xml"/><Relationship Id="rId14" Type="http://schemas.openxmlformats.org/officeDocument/2006/relationships/tags" Target="../tags/tag251.xml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tags" Target="../tags/tag23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61.xml"/><Relationship Id="rId8" Type="http://schemas.openxmlformats.org/officeDocument/2006/relationships/tags" Target="../tags/tag260.xml"/><Relationship Id="rId7" Type="http://schemas.openxmlformats.org/officeDocument/2006/relationships/tags" Target="../tags/tag259.xml"/><Relationship Id="rId6" Type="http://schemas.openxmlformats.org/officeDocument/2006/relationships/tags" Target="../tags/tag258.xml"/><Relationship Id="rId5" Type="http://schemas.openxmlformats.org/officeDocument/2006/relationships/tags" Target="../tags/tag257.xml"/><Relationship Id="rId4" Type="http://schemas.openxmlformats.org/officeDocument/2006/relationships/tags" Target="../tags/tag256.xml"/><Relationship Id="rId3" Type="http://schemas.openxmlformats.org/officeDocument/2006/relationships/image" Target="../media/image5.jpeg"/><Relationship Id="rId2" Type="http://schemas.openxmlformats.org/officeDocument/2006/relationships/tags" Target="../tags/tag255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265.xml"/><Relationship Id="rId12" Type="http://schemas.openxmlformats.org/officeDocument/2006/relationships/tags" Target="../tags/tag264.xml"/><Relationship Id="rId11" Type="http://schemas.openxmlformats.org/officeDocument/2006/relationships/tags" Target="../tags/tag263.xml"/><Relationship Id="rId10" Type="http://schemas.openxmlformats.org/officeDocument/2006/relationships/tags" Target="../tags/tag262.xml"/><Relationship Id="rId1" Type="http://schemas.openxmlformats.org/officeDocument/2006/relationships/tags" Target="../tags/tag25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jpeg"/><Relationship Id="rId8" Type="http://schemas.openxmlformats.org/officeDocument/2006/relationships/tags" Target="../tags/tag272.xml"/><Relationship Id="rId7" Type="http://schemas.openxmlformats.org/officeDocument/2006/relationships/tags" Target="../tags/tag271.xml"/><Relationship Id="rId6" Type="http://schemas.openxmlformats.org/officeDocument/2006/relationships/tags" Target="../tags/tag270.xml"/><Relationship Id="rId5" Type="http://schemas.openxmlformats.org/officeDocument/2006/relationships/tags" Target="../tags/tag269.xml"/><Relationship Id="rId4" Type="http://schemas.openxmlformats.org/officeDocument/2006/relationships/image" Target="../media/image6.jpeg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279.xml"/><Relationship Id="rId16" Type="http://schemas.openxmlformats.org/officeDocument/2006/relationships/tags" Target="../tags/tag278.xml"/><Relationship Id="rId15" Type="http://schemas.openxmlformats.org/officeDocument/2006/relationships/tags" Target="../tags/tag277.xml"/><Relationship Id="rId14" Type="http://schemas.openxmlformats.org/officeDocument/2006/relationships/image" Target="../media/image8.jpeg"/><Relationship Id="rId13" Type="http://schemas.openxmlformats.org/officeDocument/2006/relationships/tags" Target="../tags/tag276.xml"/><Relationship Id="rId12" Type="http://schemas.openxmlformats.org/officeDocument/2006/relationships/tags" Target="../tags/tag275.xml"/><Relationship Id="rId11" Type="http://schemas.openxmlformats.org/officeDocument/2006/relationships/tags" Target="../tags/tag274.xml"/><Relationship Id="rId10" Type="http://schemas.openxmlformats.org/officeDocument/2006/relationships/tags" Target="../tags/tag273.xml"/><Relationship Id="rId1" Type="http://schemas.openxmlformats.org/officeDocument/2006/relationships/tags" Target="../tags/tag26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82.xml"/><Relationship Id="rId2" Type="http://schemas.openxmlformats.org/officeDocument/2006/relationships/tags" Target="../tags/tag281.xml"/><Relationship Id="rId1" Type="http://schemas.openxmlformats.org/officeDocument/2006/relationships/tags" Target="../tags/tag2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2026/01/08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Office办公教程：高效技能速成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汇报人：WPS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4500"/>
              <a:t>目录</a:t>
            </a:r>
            <a:endParaRPr lang="zh-CN" altLang="en-US" sz="4500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Office基础与通用技巧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Word核心技能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Excel实用函数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0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PPT模板应用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  <p:sp>
        <p:nvSpPr>
          <p:cNvPr id="17" name="装饰  5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通用高效技巧</a:t>
            </a:r>
            <a:endParaRPr lang="zh-CN" altLang="en-US"/>
          </a:p>
        </p:txBody>
      </p:sp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Office基础与通用技巧</a:t>
            </a:r>
            <a:endParaRPr lang="zh-CN" altLang="en-US"/>
          </a:p>
        </p:txBody>
      </p:sp>
      <p:sp>
        <p:nvSpPr>
          <p:cNvPr id="3" name="文本占位符 6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软件启动与界面认识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4" name="图片占位符 23" descr="702c4b1a-ebe7-11f0-bd04-cee1ec87be16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12723" b="12723"/>
          <a:stretch>
            <a:fillRect/>
          </a:stretch>
        </p:blipFill>
        <p:spPr>
          <a:xfrm>
            <a:off x="914400" y="1828800"/>
            <a:ext cx="2844800" cy="16256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快速启动方法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通过桌面快捷方式、开始菜单或任务栏固定图标启动；WPS支持多文档标签式查看，切换无需频繁开窗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5" name="图片占位符 24" descr="702c4a90-ebe7-11f0-bd04-cee1ec87be16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7143" b="7143"/>
          <a:stretch>
            <a:fillRect/>
          </a:stretch>
        </p:blipFill>
        <p:spPr>
          <a:xfrm>
            <a:off x="4673600" y="1828800"/>
            <a:ext cx="2844800" cy="16256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核心界面组件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功能区（开始/插入/设计）、快速访问工具栏、状态栏是通用核心区域，需重点熟悉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6" name="图片占位符 25" descr="702c4a83-ebe7-11f0-bd04-cee1ec87be16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7143" b="7143"/>
          <a:stretch>
            <a:fillRect/>
          </a:stretch>
        </p:blipFill>
        <p:spPr>
          <a:xfrm>
            <a:off x="8432800" y="1828800"/>
            <a:ext cx="2844800" cy="16256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WPS标签视图功能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同一窗口打开多文档，点击标签即可切换，适合多任务处理，提升办公效率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Word核心技能</a:t>
            </a:r>
            <a:endParaRPr lang="zh-CN" altLang="en-US"/>
          </a:p>
        </p:txBody>
      </p:sp>
      <p:sp>
        <p:nvSpPr>
          <p:cNvPr id="3" name="文本占位符 6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Word排版六大技巧</a:t>
            </a:r>
            <a:endParaRPr lang="zh-CN" altLang="en-US"/>
          </a:p>
        </p:txBody>
      </p:sp>
      <p:pic>
        <p:nvPicPr>
          <p:cNvPr id="19" name="内容占位符 18" descr="703ac66e-ebe7-11f0-aa79-62e2874c512d"/>
          <p:cNvPicPr>
            <a:picLocks noChangeAspect="1"/>
          </p:cNvPicPr>
          <p:nvPr>
            <p:ph idx="16398"/>
            <p:custDataLst>
              <p:tags r:id="rId2"/>
            </p:custDataLst>
          </p:nvPr>
        </p:nvPicPr>
        <p:blipFill>
          <a:blip r:embed="rId3"/>
          <a:srcRect l="37923" r="18185"/>
          <a:stretch>
            <a:fillRect/>
          </a:stretch>
        </p:blipFill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3835400 w 4038600"/>
              <a:gd name="connsiteY2" fmla="*/ 0 h 4724400"/>
              <a:gd name="connisteX3" fmla="*/ 4038600 w 4038600"/>
              <a:gd name="connsiteY3" fmla="*/ 203200 h 4724400"/>
              <a:gd name="connisteX4" fmla="*/ 4038600 w 4038600"/>
              <a:gd name="connsiteY4" fmla="*/ 4521200 h 4724400"/>
              <a:gd name="connisteX5" fmla="*/ 3835400 w 4038600"/>
              <a:gd name="connsiteY5" fmla="*/ 4724400 h 4724400"/>
              <a:gd name="connisteX6" fmla="*/ 203200 w 4038600"/>
              <a:gd name="connsiteY6" fmla="*/ 4724400 h 4724400"/>
              <a:gd name="connisteX7" fmla="*/ 0 w 4038600"/>
              <a:gd name="connsiteY7" fmla="*/ 4521200 h 4724400"/>
              <a:gd name="connisteX8" fmla="*/ 0 w 4038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样式统一应用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使用内置样式（标题1/正文）统一格式，避免手动逐段调整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段落对齐缩进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正文两端对齐、首行缩进2字符；标题居中对齐，增强可读性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分节符与页码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插入分节符实现不同章节页码格式差异，封面可设置无页码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表格图片排版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表格设边框对齐，图片选紧密型环绕，提升文档整体协调性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页眉页脚设计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5"/>
            <p:custDataLst>
              <p:tags r:id="rId1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页眉加标题/章节名，页脚插页码日期，通过编辑功能快速设置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6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目录自动生成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7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用样式标记标题后，一键生成目录，修改内容可实时更新</a:t>
            </a:r>
            <a:endParaRPr lang="zh-CN" altLang="en-US"/>
          </a:p>
        </p:txBody>
      </p:sp>
    </p:spTree>
    <p:custDataLst>
      <p:tags r:id="rId1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损坏Word文档恢复</a:t>
            </a:r>
            <a:endParaRPr lang="zh-CN" altLang="en-US"/>
          </a:p>
        </p:txBody>
      </p:sp>
      <p:pic>
        <p:nvPicPr>
          <p:cNvPr id="16" name="内容占位符 15" descr="6fe6c707-ebe7-11f0-8daa-228920ae214a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17640" r="17640"/>
          <a:stretch>
            <a:fillRect/>
          </a:stretch>
        </p:blipFill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自动恢复功能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打开Word后，通过“最近-恢复未保存文档”选择临时文件恢复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打开并修复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浏览选中损坏文档，点击“打开”下拉按钮选择“打开并修复”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格式转换恢复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将文档另存为RTF/TXT格式，再转换回DOCX，修复部分格式错误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优品PPT模板使用指南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4" name="图片占位符 23" descr="701f3206-ebe7-11f0-8aad-02a6e1b5b046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l="6410" r="6410"/>
          <a:stretch>
            <a:fillRect/>
          </a:stretch>
        </p:blipFill>
        <p:spPr>
          <a:xfrm>
            <a:off x="6096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模板下载导入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从官网下载模板，打开PPT后通过“设计-浏览主题”导入使用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5" name="图片占位符 24" descr="701f303e-ebe7-11f0-8aad-02a6e1b5b046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l="12821"/>
          <a:stretch>
            <a:fillRect/>
          </a:stretch>
        </p:blipFill>
        <p:spPr>
          <a:xfrm>
            <a:off x="4368800" y="3606800"/>
            <a:ext cx="3454400" cy="2641600"/>
          </a:xfrm>
          <a:custGeom>
            <a:avLst/>
            <a:gdLst>
              <a:gd name="connisteX0" fmla="*/ 0 w 3454400"/>
              <a:gd name="connsiteY0" fmla="*/ 0 h 2641600"/>
              <a:gd name="connisteX1" fmla="*/ 3454400 w 3454400"/>
              <a:gd name="connsiteY1" fmla="*/ 0 h 2641600"/>
              <a:gd name="connisteX2" fmla="*/ 3454400 w 3454400"/>
              <a:gd name="connsiteY2" fmla="*/ 2438400 h 2641600"/>
              <a:gd name="connisteX3" fmla="*/ 3251200 w 3454400"/>
              <a:gd name="connsiteY3" fmla="*/ 2641600 h 2641600"/>
              <a:gd name="connisteX4" fmla="*/ 203200 w 3454400"/>
              <a:gd name="connsiteY4" fmla="*/ 2641600 h 2641600"/>
              <a:gd name="connisteX5" fmla="*/ 0 w 3454400"/>
              <a:gd name="connsiteY5" fmla="*/ 2438400 h 2641600"/>
              <a:gd name="connisteX6" fmla="*/ 0 w 3454400"/>
              <a:gd name="connsiteY6" fmla="*/ 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0"/>
                </a:moveTo>
                <a:lnTo>
                  <a:pt x="3454400" y="0"/>
                </a:ln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内容替换技巧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替换文字/图片时保持原格式，右键“更改图片”可快速替换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6" name="图片占位符 25" descr="701f31d3-ebe7-11f0-8aad-02a6e1b5b046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r="13169" b="240"/>
          <a:stretch>
            <a:fillRect/>
          </a:stretch>
        </p:blipFill>
        <p:spPr>
          <a:xfrm>
            <a:off x="81280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模板自定义调整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修改颜色主题或字体，适配个人/企业风格，提升PPT专业性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1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83016725123cc11647889a21afdb72a471bce3"/>
  <p:tag name="KSO_WM_NEWLAYOUT_GROUP_ID" val="layout_26"/>
  <p:tag name="KSO_WM_NEWLAYOUT_ID" val="slide_e3c93414deaf5687"/>
</p:tagLst>
</file>

<file path=ppt/tags/tag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7ed41be2d2b958f0fb3bd0ce54f31895be04499"/>
  <p:tag name="KSO_WM_NEWLAYOUT_GROUP_ID" val="layout_6"/>
  <p:tag name="KSO_WM_NEWLAYOUT_ID" val="slide_db6ecc7827b66e6e"/>
</p:tagLst>
</file>

<file path=ppt/tags/tag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8676fe5b6517ca297527862983b1f03a7b4b95f"/>
  <p:tag name="KSO_WM_NEWLAYOUT_GROUP_ID" val="layout_10012"/>
  <p:tag name="KSO_WM_NEWLAYOUT_ID" val="slide_1b3b713d653f65b2"/>
</p:tagLst>
</file>

<file path=ppt/tags/tag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6f2091d3a50735d63fae4a50879965d1ed3f9c"/>
  <p:tag name="KSO_WM_NEWLAYOUT_GROUP_ID" val="layout_48"/>
  <p:tag name="KSO_WM_NEWLAYOUT_ID" val="slide_81d8e711c58b27d4"/>
</p:tagLst>
</file>

<file path=ppt/tags/tag5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010d22d82b8cefdb61c2d22f71bd3d4eb52110d"/>
  <p:tag name="KSO_WM_NEWLAYOUT_GROUP_ID" val="layout_1-5"/>
  <p:tag name="KSO_WM_NEWLAYOUT_ID" val="slide_cea45c27deb23863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7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7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8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86153"/>
  <p:tag name="KSO_WM_TEMPLATE_CATEGORY" val="custom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6153"/>
  <p:tag name="KSO_WM_TEMPLATE_CATEGORY" val="custom"/>
</p:tagLst>
</file>

<file path=ppt/tags/tag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6153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6153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6153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6153"/>
</p:tagLst>
</file>

<file path=ppt/tags/tag93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94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9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98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99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00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01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02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0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0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0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06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0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0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0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10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1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1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1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14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1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1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1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1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1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2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21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22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2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2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2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LAYOUTZORDER" val="3"/>
  <p:tag name="KSO_WM_UNIT_ID" val="_9*i*1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26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LAYOUTZORDER" val="4"/>
  <p:tag name="KSO_WM_UNIT_ID" val="_9*i*1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2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5"/>
  <p:tag name="KSO_WM_UNIT_ID" val="_9*i*2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2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6"/>
  <p:tag name="KSO_WM_UNIT_ID" val="_9*i*1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29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LAYOUTZORDER" val="18"/>
  <p:tag name="KSO_WM_UNIT_ID" val="_9*i*3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30.xml><?xml version="1.0" encoding="utf-8"?>
<p:tagLst xmlns:p="http://schemas.openxmlformats.org/presentationml/2006/main">
  <p:tag name="LAYOUTZORDER" val="24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31.xml><?xml version="1.0" encoding="utf-8"?>
<p:tagLst xmlns:p="http://schemas.openxmlformats.org/presentationml/2006/main">
  <p:tag name="LAYOUTZORDER" val="37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3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LAYOUTZORDER" val="54"/>
  <p:tag name="KSO_WM_UNIT_ID" val="_9*i*1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33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3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03a26c9ebf99c9c12cb1c64b374cf575fc10e8c"/>
  <p:tag name="KSO_WM_NEWLAYOUT_ID" val="7979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3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3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37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LAYOUTZORDER" val="2"/>
  <p:tag name="KSO_WM_UNIT_ID" val="_10*i*1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3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3"/>
  <p:tag name="KSO_WM_UNIT_ID" val="_10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3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LAYOUTZORDER" val="4"/>
  <p:tag name="KSO_WM_UNIT_ID" val="_10*i*1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4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LAYOUTZORDER" val="5"/>
  <p:tag name="KSO_WM_UNIT_ID" val="_10*i*1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4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4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4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4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4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4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4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4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4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5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e0aa414ba212ff33d1e6e5eba6d3a1807eeaacec"/>
  <p:tag name="KSO_WM_NEWLAYOUT_ID" val="7985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5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5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5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54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LAYOUTZORDER" val="3"/>
  <p:tag name="KSO_WM_UNIT_ID" val="_11*i*2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5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4"/>
  <p:tag name="KSO_WM_UNIT_ID" val="_11*i*2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56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LAYOUTZORDER" val="5"/>
  <p:tag name="KSO_WM_UNIT_ID" val="_11*i*2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5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LAYOUTZORDER" val="7"/>
  <p:tag name="KSO_WM_UNIT_ID" val="_11*i*3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5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LAYOUTZORDER" val="13"/>
  <p:tag name="KSO_WM_UNIT_ID" val="_11*i*1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59.xml><?xml version="1.0" encoding="utf-8"?>
<p:tagLst xmlns:p="http://schemas.openxmlformats.org/presentationml/2006/main">
  <p:tag name="LAYOUTZORDER" val="26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60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LAYOUTZORDER" val="43"/>
  <p:tag name="KSO_WM_UNIT_ID" val="_11*i*1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6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6"/>
  <p:tag name="KSO_WM_UNIT_ID" val="_11*i*1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6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6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783a777dc4643e300b9ad2ab329323ba1383c700"/>
  <p:tag name="KSO_WM_NEWLAYOUT_ID" val="7991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aaa083836a915c7920540b32bc6a46399f5dde60"/>
  <p:tag name="KSO_WM_NEWLAYOUT_ID" val="1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7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7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7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7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8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8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LAYOUTZORDER" val="3"/>
  <p:tag name="KSO_WM_UNIT_ID" val="_9*i*1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84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LAYOUTZORDER" val="4"/>
  <p:tag name="KSO_WM_UNIT_ID" val="_9*i*1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8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5"/>
  <p:tag name="KSO_WM_UNIT_ID" val="_9*i*2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86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LAYOUTZORDER" val="18"/>
  <p:tag name="KSO_WM_UNIT_ID" val="_9*i*3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87.xml><?xml version="1.0" encoding="utf-8"?>
<p:tagLst xmlns:p="http://schemas.openxmlformats.org/presentationml/2006/main">
  <p:tag name="LAYOUTZORDER" val="24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88.xml><?xml version="1.0" encoding="utf-8"?>
<p:tagLst xmlns:p="http://schemas.openxmlformats.org/presentationml/2006/main">
  <p:tag name="LAYOUTZORDER" val="37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8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LAYOUTZORDER" val="54"/>
  <p:tag name="KSO_WM_UNIT_ID" val="_9*i*1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9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9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9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93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94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6153"/>
</p:tagLst>
</file>

<file path=ppt/tags/tag195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6153"/>
  <p:tag name="KSO_WM_TEMPLATE_CATEGORY" val="custom"/>
  <p:tag name="KSO_WM_TEMPLATE_MASTER_TYPE" val="0"/>
  <p:tag name="KSO_WM_TAG_VERSION" val="3.0"/>
</p:tagLst>
</file>

<file path=ppt/tags/tag196.xml><?xml version="1.0" encoding="utf-8"?>
<p:tagLst xmlns:p="http://schemas.openxmlformats.org/presentationml/2006/main">
  <p:tag name="KSO_WM_AITEMPLATE_STYLE_ID" val="69796634641"/>
</p:tagLst>
</file>

<file path=ppt/tags/tag197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9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03a26c9ebf99c9c12cb1c64b374cf575fc10e8c"/>
  <p:tag name="KSO_WM_NEWLAYOUT_ID" val="7979"/>
  <p:tag name="KSO_WM_UNIT_PRESET_TEXT" val="单击此处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19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200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6153"/>
  <p:tag name="KSO_WM_TEMPLATE_CATEGORY" val="custom"/>
  <p:tag name="KSO_WM_SLIDE_INDEX" val="1"/>
  <p:tag name="KSO_WM_SLIDE_ID" val="custom40486153_1"/>
  <p:tag name="KSO_WM_TEMPLATE_MASTER_TYPE" val="0"/>
  <p:tag name="KSO_WM_SLIDE_LAYOUT" val="a_f"/>
  <p:tag name="KSO_WM_SLIDE_LAYOUT_CNT" val="1_2"/>
  <p:tag name="KSO_WM_TAG_VERSION" val="3.0"/>
</p:tagLst>
</file>

<file path=ppt/tags/tag2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0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2010d22d82b8cefdb61c2d22f71bd3d4eb52110d"/>
  <p:tag name="KSO_WM_NEWLAYOUT_GROUP_ID" val="layout_1-5"/>
  <p:tag name="KSO_WM_NEWLAYOUT_ID" val="slide_cea45c27deb23863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0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0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1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21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21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218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34641"/>
  <p:tag name="KSO_WM_TEMPLATE_SLIDE_ID" val="slide_cea45c27deb23863"/>
</p:tagLst>
</file>

<file path=ppt/tags/tag21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e0aa414ba212ff33d1e6e5eba6d3a1807eeaacec"/>
  <p:tag name="KSO_WM_NEWLAYOUT_ID" val="7985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22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221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6153"/>
  <p:tag name="KSO_WM_TEMPLATE_CATEGORY" val="custom"/>
  <p:tag name="KSO_WM_SLIDE_INDEX" val="3"/>
  <p:tag name="KSO_WM_SLIDE_ID" val="custom40486153_7"/>
  <p:tag name="KSO_WM_TEMPLATE_MASTER_TYPE" val="0"/>
  <p:tag name="KSO_WM_SLIDE_LAYOUT" val="a_e"/>
  <p:tag name="KSO_WM_SLIDE_LAYOUT_CNT" val="1_1"/>
  <p:tag name="KSO_WM_TAG_VERSION" val="3.0"/>
</p:tagLst>
</file>

<file path=ppt/tags/tag2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6f2091d3a50735d63fae4a50879965d1ed3f9c"/>
  <p:tag name="KSO_WM_NEWLAYOUT_GROUP_ID" val="layout_48"/>
  <p:tag name="KSO_WM_NEWLAYOUT_ID" val="slide_81d8e711c58b27d4"/>
  <p:tag name="KSO_WM_UNIT_PRESET_TEXT" val="单击此处添加标题"/>
</p:tagLst>
</file>

<file path=ppt/tags/tag22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483240966&quot;,&quot;product_name&quot;:&quot;365wps-copilotchat-web&quot;,&quot;intention_code&quot;:&quot;365wps_cc_create_ppt&quot;}*gallery_gallery_3.0.4_prod*182bbfc3400243cea075b5771c5f54a9-slide-3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401736801&quot;,&quot;product_name&quot;:&quot;365wps-copilotchat-web&quot;,&quot;intention_code&quot;:&quot;365wps_cc_create_ppt&quot;}*gallery_gallery_3.0.4_prod*182bbfc3400243cea075b5771c5f54a9-slide-3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3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168227783&quot;,&quot;product_name&quot;:&quot;365wps-copilotchat-web&quot;,&quot;intention_code&quot;:&quot;365wps_cc_create_ppt&quot;}*gallery_gallery_3.0.4_prod*182bbfc3400243cea075b5771c5f54a9-slide-3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3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4641"/>
  <p:tag name="KSO_WM_TEMPLATE_SLIDE_ID" val="slide_81d8e711c58b27d4"/>
</p:tagLst>
</file>

<file path=ppt/tags/tag23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e0aa414ba212ff33d1e6e5eba6d3a1807eeaacec"/>
  <p:tag name="KSO_WM_NEWLAYOUT_ID" val="7985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23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238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6153"/>
  <p:tag name="KSO_WM_TEMPLATE_CATEGORY" val="custom"/>
  <p:tag name="KSO_WM_SLIDE_INDEX" val="3"/>
  <p:tag name="KSO_WM_SLIDE_ID" val="custom40486153_7"/>
  <p:tag name="KSO_WM_TEMPLATE_MASTER_TYPE" val="0"/>
  <p:tag name="KSO_WM_SLIDE_LAYOUT" val="a_e"/>
  <p:tag name="KSO_WM_SLIDE_LAYOUT_CNT" val="1_1"/>
  <p:tag name="KSO_WM_TAG_VERSION" val="3.0"/>
</p:tagLst>
</file>

<file path=ppt/tags/tag2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8676fe5b6517ca297527862983b1f03a7b4b95f"/>
  <p:tag name="KSO_WM_NEWLAYOUT_GROUP_ID" val="layout_10012"/>
  <p:tag name="KSO_WM_NEWLAYOUT_ID" val="slide_1b3b713d653f65b2"/>
  <p:tag name="KSO_WM_UNIT_PRESET_TEXT" val="单击此处添加标题"/>
</p:tagLst>
</file>

<file path=ppt/tags/tag2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870341844&quot;,&quot;product_name&quot;:&quot;365wps-copilotchat-web&quot;,&quot;intention_code&quot;:&quot;365wps_cc_create_ppt&quot;}*gallery_gallery_3.0.4_prod*182bbfc3400243cea075b5771c5f54a9-slide-5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项标题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  <p:tag name="KSO_WM_UNIT_PRESET_TEXT" val="单击此处添加项正文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  <p:tag name="KSO_WM_UNIT_PRESET_TEXT" val="项标题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  <p:tag name="KSO_WM_UNIT_PRESET_TEXT" val="单击此处添加项正文"/>
</p:tagLst>
</file>

<file path=ppt/tags/tag253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text"/>
  <p:tag name="KSO_WM_TEMPLATE_SUBCATEGORY" val="29"/>
  <p:tag name="KSO_WM_BEAUTIFY_FLAG" val="#wm#"/>
  <p:tag name="KSO_WM_TEMPLATE_FIGMA_ID" val="69796634641"/>
  <p:tag name="KSO_WM_TEMPLATE_SLIDE_ID" val="slide_1b3b713d653f65b2"/>
</p:tagLst>
</file>

<file path=ppt/tags/tag2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7ed41be2d2b958f0fb3bd0ce54f31895be04499"/>
  <p:tag name="KSO_WM_NEWLAYOUT_GROUP_ID" val="layout_6"/>
  <p:tag name="KSO_WM_NEWLAYOUT_ID" val="slide_db6ecc7827b66e6e"/>
  <p:tag name="KSO_WM_UNIT_PRESET_TEXT" val="单击此处添加标题"/>
</p:tagLst>
</file>

<file path=ppt/tags/tag2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75368966&quot;,&quot;product_name&quot;:&quot;365wps-copilotchat-web&quot;,&quot;intention_code&quot;:&quot;365wps_cc_create_ppt&quot;}*gallery_gallery_3.0.4_prod*182bbfc3400243cea075b5771c5f54a9-slide-6"/>
</p:tagLst>
</file>

<file path=ppt/tags/tag25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5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6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6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4641"/>
  <p:tag name="KSO_WM_TEMPLATE_SLIDE_ID" val="slide_db6ecc7827b66e6e"/>
</p:tagLst>
</file>

<file path=ppt/tags/tag2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83016725123cc11647889a21afdb72a471bce3"/>
  <p:tag name="KSO_WM_NEWLAYOUT_GROUP_ID" val="layout_26"/>
  <p:tag name="KSO_WM_NEWLAYOUT_ID" val="slide_e3c93414deaf5687"/>
  <p:tag name="KSO_WM_UNIT_PRESET_TEXT" val="单击此处添加标题"/>
</p:tagLst>
</file>

<file path=ppt/tags/tag2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131048015&quot;,&quot;product_name&quot;:&quot;365wps-copilotchat-web&quot;,&quot;intention_code&quot;:&quot;365wps_cc_create_ppt&quot;}*gallery_gallery_3.0.4_prod*182bbfc3400243cea075b5771c5f54a9-slide-10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316262294&quot;,&quot;product_name&quot;:&quot;365wps-copilotchat-web&quot;,&quot;intention_code&quot;:&quot;365wps_cc_create_ppt&quot;}*gallery_gallery_3.0.4_prod*182bbfc3400243cea075b5771c5f54a9-slide-10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7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218211019&quot;,&quot;product_name&quot;:&quot;365wps-copilotchat-web&quot;,&quot;intention_code&quot;:&quot;365wps_cc_create_ppt&quot;}*gallery_gallery_3.0.4_prod*182bbfc3400243cea075b5771c5f54a9-slide-10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7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4641"/>
  <p:tag name="KSO_WM_TEMPLATE_SLIDE_ID" val="slide_e3c93414deaf5687"/>
</p:tagLst>
</file>

<file path=ppt/tags/tag28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28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783a777dc4643e300b9ad2ab329323ba1383c700"/>
  <p:tag name="KSO_WM_NEWLAYOUT_ID" val="7991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6153"/>
  <p:tag name="KSO_WM_TEMPLATE_CATEGORY" val="custom"/>
</p:tagLst>
</file>

<file path=ppt/tags/tag282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47de9d0eaa58c516"/>
  <p:tag name="KSO_WM_TEMPLATE_INDEX" val="40486153"/>
  <p:tag name="KSO_WM_TEMPLATE_CATEGORY" val="custom"/>
  <p:tag name="KSO_WM_SLIDE_INDEX" val="5"/>
  <p:tag name="KSO_WM_SLIDE_ID" val="custom40486153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小清新莫兰迪年终总结模板">
  <a:themeElements>
    <a:clrScheme name="自定义 481">
      <a:dk1>
        <a:srgbClr val="000000"/>
      </a:dk1>
      <a:lt1>
        <a:srgbClr val="FFFFFF"/>
      </a:lt1>
      <a:dk2>
        <a:srgbClr val="231906"/>
      </a:dk2>
      <a:lt2>
        <a:srgbClr val="FFFFFA"/>
      </a:lt2>
      <a:accent1>
        <a:srgbClr val="FF772E"/>
      </a:accent1>
      <a:accent2>
        <a:srgbClr val="CAB8AC"/>
      </a:accent2>
      <a:accent3>
        <a:srgbClr val="E0CCB4"/>
      </a:accent3>
      <a:accent4>
        <a:srgbClr val="828979"/>
      </a:accent4>
      <a:accent5>
        <a:srgbClr val="BDC1BC"/>
      </a:accent5>
      <a:accent6>
        <a:srgbClr val="5982DB"/>
      </a:accent6>
      <a:hlink>
        <a:srgbClr val="0066FF"/>
      </a:hlink>
      <a:folHlink>
        <a:srgbClr val="666699"/>
      </a:folHlink>
    </a:clrScheme>
    <a:fontScheme name="010111111111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</Words>
  <Application>WPS Office WWO_wpscloud_20251224173010-b51a25e58c</Application>
  <PresentationFormat>宽屏</PresentationFormat>
  <Paragraphs>138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Times New Roman</vt:lpstr>
      <vt:lpstr>Arial</vt:lpstr>
      <vt:lpstr>Office 主题</vt:lpstr>
      <vt:lpstr>1_小清新莫兰迪年终总结模板</vt:lpstr>
      <vt:lpstr>Office办公教程：高效技能速成</vt:lpstr>
      <vt:lpstr>目录</vt:lpstr>
      <vt:lpstr>Office基础与通用技巧</vt:lpstr>
      <vt:lpstr>软件启动与界面认识</vt:lpstr>
      <vt:lpstr>Word核心技能</vt:lpstr>
      <vt:lpstr>Word排版六大技巧</vt:lpstr>
      <vt:lpstr>损坏Word文档恢复</vt:lpstr>
      <vt:lpstr>优品PPT模板使用指南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Office办公教程：高效技能速成</dc:title>
  <dc:creator/>
  <cp:lastModifiedBy/>
  <dcterms:created xsi:type="dcterms:W3CDTF">2026-01-07T16:46:36Z</dcterms:created>
  <dcterms:modified xsi:type="dcterms:W3CDTF">2026-01-07T16:46:36Z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2052-12.9.0.24678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v1.0_ai_69796634641</vt:lpwstr>
  </property>
</Properties>
</file>